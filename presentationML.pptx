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59" r:id="rId6"/>
    <p:sldId id="263" r:id="rId7"/>
    <p:sldId id="262" r:id="rId8"/>
    <p:sldId id="267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09D26B-C8D0-481C-8770-99142F9DD22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B947493-9348-44D6-B6A0-0558B04E551C}">
      <dgm:prSet/>
      <dgm:spPr/>
      <dgm:t>
        <a:bodyPr/>
        <a:lstStyle/>
        <a:p>
          <a:r>
            <a:rPr lang="fr-FR" b="1"/>
            <a:t>Objectif du projet</a:t>
          </a:r>
          <a:endParaRPr lang="en-US"/>
        </a:p>
      </dgm:t>
    </dgm:pt>
    <dgm:pt modelId="{035EC58A-B147-4634-BA0D-D8D1777827B0}" type="parTrans" cxnId="{DEC4FD29-1EB9-429C-8602-24FBBCAAAFAA}">
      <dgm:prSet/>
      <dgm:spPr/>
      <dgm:t>
        <a:bodyPr/>
        <a:lstStyle/>
        <a:p>
          <a:endParaRPr lang="en-US"/>
        </a:p>
      </dgm:t>
    </dgm:pt>
    <dgm:pt modelId="{37D7BF05-D084-48CC-BCB5-0F93CAD67BE1}" type="sibTrans" cxnId="{DEC4FD29-1EB9-429C-8602-24FBBCAAAFAA}">
      <dgm:prSet/>
      <dgm:spPr/>
      <dgm:t>
        <a:bodyPr/>
        <a:lstStyle/>
        <a:p>
          <a:endParaRPr lang="en-US"/>
        </a:p>
      </dgm:t>
    </dgm:pt>
    <dgm:pt modelId="{C3567571-716A-4323-9BCD-BE2D3A0ECC12}">
      <dgm:prSet/>
      <dgm:spPr/>
      <dgm:t>
        <a:bodyPr/>
        <a:lstStyle/>
        <a:p>
          <a:r>
            <a:rPr lang="fr-FR"/>
            <a:t>L’automatisation impacte de nombreux métiers </a:t>
          </a:r>
          <a:endParaRPr lang="en-US"/>
        </a:p>
      </dgm:t>
    </dgm:pt>
    <dgm:pt modelId="{90A1C7F8-B6A4-46F4-9E06-384E987F3B9D}" type="parTrans" cxnId="{2509D5C9-9D7D-4BB4-809F-47716A235636}">
      <dgm:prSet/>
      <dgm:spPr/>
      <dgm:t>
        <a:bodyPr/>
        <a:lstStyle/>
        <a:p>
          <a:endParaRPr lang="en-US"/>
        </a:p>
      </dgm:t>
    </dgm:pt>
    <dgm:pt modelId="{F36B99F3-0F75-4C41-92D3-96D95BB648E2}" type="sibTrans" cxnId="{2509D5C9-9D7D-4BB4-809F-47716A235636}">
      <dgm:prSet/>
      <dgm:spPr/>
      <dgm:t>
        <a:bodyPr/>
        <a:lstStyle/>
        <a:p>
          <a:endParaRPr lang="en-US"/>
        </a:p>
      </dgm:t>
    </dgm:pt>
    <dgm:pt modelId="{C776DD53-CD16-48FD-8D75-415FECC4867F}">
      <dgm:prSet/>
      <dgm:spPr/>
      <dgm:t>
        <a:bodyPr/>
        <a:lstStyle/>
        <a:p>
          <a:r>
            <a:rPr lang="fr-FR"/>
            <a:t>Certaines professions sont plus à risque que d’autres </a:t>
          </a:r>
          <a:endParaRPr lang="en-US"/>
        </a:p>
      </dgm:t>
    </dgm:pt>
    <dgm:pt modelId="{F95B1BD1-0BFB-41F5-848D-42E94FEE1673}" type="parTrans" cxnId="{187C70DC-01F2-414F-95AB-8EEED6203464}">
      <dgm:prSet/>
      <dgm:spPr/>
      <dgm:t>
        <a:bodyPr/>
        <a:lstStyle/>
        <a:p>
          <a:endParaRPr lang="en-US"/>
        </a:p>
      </dgm:t>
    </dgm:pt>
    <dgm:pt modelId="{E696DF64-00A4-461C-9A6D-C523B3066810}" type="sibTrans" cxnId="{187C70DC-01F2-414F-95AB-8EEED6203464}">
      <dgm:prSet/>
      <dgm:spPr/>
      <dgm:t>
        <a:bodyPr/>
        <a:lstStyle/>
        <a:p>
          <a:endParaRPr lang="en-US"/>
        </a:p>
      </dgm:t>
    </dgm:pt>
    <dgm:pt modelId="{7C199505-8E5A-4C54-B6DA-4FA5D0680FDB}">
      <dgm:prSet/>
      <dgm:spPr/>
      <dgm:t>
        <a:bodyPr/>
        <a:lstStyle/>
        <a:p>
          <a:r>
            <a:rPr lang="fr-FR" b="1"/>
            <a:t>Question principale :</a:t>
          </a:r>
          <a:br>
            <a:rPr lang="fr-FR"/>
          </a:br>
          <a:r>
            <a:rPr lang="fr-FR"/>
            <a:t>Peut-on prédire la probabilité d’automatisation d’un métier à partir de ses caractéristiques ?</a:t>
          </a:r>
          <a:endParaRPr lang="en-US"/>
        </a:p>
      </dgm:t>
    </dgm:pt>
    <dgm:pt modelId="{5037D6E9-A7D3-4B04-94C2-8DD0BC7E6209}" type="parTrans" cxnId="{42E39978-A43D-4B7C-907A-48E68861A83E}">
      <dgm:prSet/>
      <dgm:spPr/>
      <dgm:t>
        <a:bodyPr/>
        <a:lstStyle/>
        <a:p>
          <a:endParaRPr lang="en-US"/>
        </a:p>
      </dgm:t>
    </dgm:pt>
    <dgm:pt modelId="{4AD0B7F7-C816-4F4C-BBB1-CB5324F71DBC}" type="sibTrans" cxnId="{42E39978-A43D-4B7C-907A-48E68861A83E}">
      <dgm:prSet/>
      <dgm:spPr/>
      <dgm:t>
        <a:bodyPr/>
        <a:lstStyle/>
        <a:p>
          <a:endParaRPr lang="en-US"/>
        </a:p>
      </dgm:t>
    </dgm:pt>
    <dgm:pt modelId="{36D8C56D-8EB2-450E-A0B8-953D03AAF37C}" type="pres">
      <dgm:prSet presAssocID="{3E09D26B-C8D0-481C-8770-99142F9DD222}" presName="vert0" presStyleCnt="0">
        <dgm:presLayoutVars>
          <dgm:dir/>
          <dgm:animOne val="branch"/>
          <dgm:animLvl val="lvl"/>
        </dgm:presLayoutVars>
      </dgm:prSet>
      <dgm:spPr/>
    </dgm:pt>
    <dgm:pt modelId="{809ED5D2-6322-47DF-B39D-E854431385DA}" type="pres">
      <dgm:prSet presAssocID="{6B947493-9348-44D6-B6A0-0558B04E551C}" presName="thickLine" presStyleLbl="alignNode1" presStyleIdx="0" presStyleCnt="4"/>
      <dgm:spPr/>
    </dgm:pt>
    <dgm:pt modelId="{8865319F-D06F-4A11-805B-CBFC722B1DB7}" type="pres">
      <dgm:prSet presAssocID="{6B947493-9348-44D6-B6A0-0558B04E551C}" presName="horz1" presStyleCnt="0"/>
      <dgm:spPr/>
    </dgm:pt>
    <dgm:pt modelId="{EC50B348-20D8-41A9-90ED-B8EB31A4BD26}" type="pres">
      <dgm:prSet presAssocID="{6B947493-9348-44D6-B6A0-0558B04E551C}" presName="tx1" presStyleLbl="revTx" presStyleIdx="0" presStyleCnt="4"/>
      <dgm:spPr/>
    </dgm:pt>
    <dgm:pt modelId="{DA3712C7-C046-43E3-B635-587C7B4BF18D}" type="pres">
      <dgm:prSet presAssocID="{6B947493-9348-44D6-B6A0-0558B04E551C}" presName="vert1" presStyleCnt="0"/>
      <dgm:spPr/>
    </dgm:pt>
    <dgm:pt modelId="{0023FE78-3157-4615-BEDB-8F426008A858}" type="pres">
      <dgm:prSet presAssocID="{C3567571-716A-4323-9BCD-BE2D3A0ECC12}" presName="thickLine" presStyleLbl="alignNode1" presStyleIdx="1" presStyleCnt="4"/>
      <dgm:spPr/>
    </dgm:pt>
    <dgm:pt modelId="{017D59C8-5FA6-4811-B3C7-E3747A2935F1}" type="pres">
      <dgm:prSet presAssocID="{C3567571-716A-4323-9BCD-BE2D3A0ECC12}" presName="horz1" presStyleCnt="0"/>
      <dgm:spPr/>
    </dgm:pt>
    <dgm:pt modelId="{4E695A75-9BD5-45D6-9C61-896B06E001AF}" type="pres">
      <dgm:prSet presAssocID="{C3567571-716A-4323-9BCD-BE2D3A0ECC12}" presName="tx1" presStyleLbl="revTx" presStyleIdx="1" presStyleCnt="4"/>
      <dgm:spPr/>
    </dgm:pt>
    <dgm:pt modelId="{75CBFEC0-45DE-4A29-8FCB-8B8827A9F476}" type="pres">
      <dgm:prSet presAssocID="{C3567571-716A-4323-9BCD-BE2D3A0ECC12}" presName="vert1" presStyleCnt="0"/>
      <dgm:spPr/>
    </dgm:pt>
    <dgm:pt modelId="{3F7E6BCE-9B96-4EE8-A1B3-4C894D6A539F}" type="pres">
      <dgm:prSet presAssocID="{C776DD53-CD16-48FD-8D75-415FECC4867F}" presName="thickLine" presStyleLbl="alignNode1" presStyleIdx="2" presStyleCnt="4"/>
      <dgm:spPr/>
    </dgm:pt>
    <dgm:pt modelId="{1AE03D69-EF2A-439A-985B-B59EE354494A}" type="pres">
      <dgm:prSet presAssocID="{C776DD53-CD16-48FD-8D75-415FECC4867F}" presName="horz1" presStyleCnt="0"/>
      <dgm:spPr/>
    </dgm:pt>
    <dgm:pt modelId="{650D7509-3ED4-4FBC-8165-CC5DC1F0817D}" type="pres">
      <dgm:prSet presAssocID="{C776DD53-CD16-48FD-8D75-415FECC4867F}" presName="tx1" presStyleLbl="revTx" presStyleIdx="2" presStyleCnt="4"/>
      <dgm:spPr/>
    </dgm:pt>
    <dgm:pt modelId="{71050989-3AC2-45B0-AFD1-B2145BD9831F}" type="pres">
      <dgm:prSet presAssocID="{C776DD53-CD16-48FD-8D75-415FECC4867F}" presName="vert1" presStyleCnt="0"/>
      <dgm:spPr/>
    </dgm:pt>
    <dgm:pt modelId="{D06B0BDE-AAC9-4DCB-B70F-61180C83CA95}" type="pres">
      <dgm:prSet presAssocID="{7C199505-8E5A-4C54-B6DA-4FA5D0680FDB}" presName="thickLine" presStyleLbl="alignNode1" presStyleIdx="3" presStyleCnt="4"/>
      <dgm:spPr/>
    </dgm:pt>
    <dgm:pt modelId="{CCA8D184-76A8-4033-8D9C-D5A192E0D597}" type="pres">
      <dgm:prSet presAssocID="{7C199505-8E5A-4C54-B6DA-4FA5D0680FDB}" presName="horz1" presStyleCnt="0"/>
      <dgm:spPr/>
    </dgm:pt>
    <dgm:pt modelId="{8E412222-C305-4FC5-93EA-A9F96FEA36EF}" type="pres">
      <dgm:prSet presAssocID="{7C199505-8E5A-4C54-B6DA-4FA5D0680FDB}" presName="tx1" presStyleLbl="revTx" presStyleIdx="3" presStyleCnt="4"/>
      <dgm:spPr/>
    </dgm:pt>
    <dgm:pt modelId="{354D57D5-2088-4452-AC04-D467D5438299}" type="pres">
      <dgm:prSet presAssocID="{7C199505-8E5A-4C54-B6DA-4FA5D0680FDB}" presName="vert1" presStyleCnt="0"/>
      <dgm:spPr/>
    </dgm:pt>
  </dgm:ptLst>
  <dgm:cxnLst>
    <dgm:cxn modelId="{6A73BC07-5555-4806-A52B-AB20FD97B1BA}" type="presOf" srcId="{7C199505-8E5A-4C54-B6DA-4FA5D0680FDB}" destId="{8E412222-C305-4FC5-93EA-A9F96FEA36EF}" srcOrd="0" destOrd="0" presId="urn:microsoft.com/office/officeart/2008/layout/LinedList"/>
    <dgm:cxn modelId="{DEC4FD29-1EB9-429C-8602-24FBBCAAAFAA}" srcId="{3E09D26B-C8D0-481C-8770-99142F9DD222}" destId="{6B947493-9348-44D6-B6A0-0558B04E551C}" srcOrd="0" destOrd="0" parTransId="{035EC58A-B147-4634-BA0D-D8D1777827B0}" sibTransId="{37D7BF05-D084-48CC-BCB5-0F93CAD67BE1}"/>
    <dgm:cxn modelId="{A1A5A32D-499D-44B6-95E5-FC22749284C3}" type="presOf" srcId="{C776DD53-CD16-48FD-8D75-415FECC4867F}" destId="{650D7509-3ED4-4FBC-8165-CC5DC1F0817D}" srcOrd="0" destOrd="0" presId="urn:microsoft.com/office/officeart/2008/layout/LinedList"/>
    <dgm:cxn modelId="{D6BC6651-E7C3-4023-8587-344D1F977766}" type="presOf" srcId="{6B947493-9348-44D6-B6A0-0558B04E551C}" destId="{EC50B348-20D8-41A9-90ED-B8EB31A4BD26}" srcOrd="0" destOrd="0" presId="urn:microsoft.com/office/officeart/2008/layout/LinedList"/>
    <dgm:cxn modelId="{42E39978-A43D-4B7C-907A-48E68861A83E}" srcId="{3E09D26B-C8D0-481C-8770-99142F9DD222}" destId="{7C199505-8E5A-4C54-B6DA-4FA5D0680FDB}" srcOrd="3" destOrd="0" parTransId="{5037D6E9-A7D3-4B04-94C2-8DD0BC7E6209}" sibTransId="{4AD0B7F7-C816-4F4C-BBB1-CB5324F71DBC}"/>
    <dgm:cxn modelId="{FEE8F480-937B-47FA-93FE-E62D937164F7}" type="presOf" srcId="{3E09D26B-C8D0-481C-8770-99142F9DD222}" destId="{36D8C56D-8EB2-450E-A0B8-953D03AAF37C}" srcOrd="0" destOrd="0" presId="urn:microsoft.com/office/officeart/2008/layout/LinedList"/>
    <dgm:cxn modelId="{2509D5C9-9D7D-4BB4-809F-47716A235636}" srcId="{3E09D26B-C8D0-481C-8770-99142F9DD222}" destId="{C3567571-716A-4323-9BCD-BE2D3A0ECC12}" srcOrd="1" destOrd="0" parTransId="{90A1C7F8-B6A4-46F4-9E06-384E987F3B9D}" sibTransId="{F36B99F3-0F75-4C41-92D3-96D95BB648E2}"/>
    <dgm:cxn modelId="{187C70DC-01F2-414F-95AB-8EEED6203464}" srcId="{3E09D26B-C8D0-481C-8770-99142F9DD222}" destId="{C776DD53-CD16-48FD-8D75-415FECC4867F}" srcOrd="2" destOrd="0" parTransId="{F95B1BD1-0BFB-41F5-848D-42E94FEE1673}" sibTransId="{E696DF64-00A4-461C-9A6D-C523B3066810}"/>
    <dgm:cxn modelId="{1A3EDCEE-76B7-4F11-AEF9-AE2C099B013E}" type="presOf" srcId="{C3567571-716A-4323-9BCD-BE2D3A0ECC12}" destId="{4E695A75-9BD5-45D6-9C61-896B06E001AF}" srcOrd="0" destOrd="0" presId="urn:microsoft.com/office/officeart/2008/layout/LinedList"/>
    <dgm:cxn modelId="{AE2D9C84-2846-4A78-B77E-739E2EAF9DFD}" type="presParOf" srcId="{36D8C56D-8EB2-450E-A0B8-953D03AAF37C}" destId="{809ED5D2-6322-47DF-B39D-E854431385DA}" srcOrd="0" destOrd="0" presId="urn:microsoft.com/office/officeart/2008/layout/LinedList"/>
    <dgm:cxn modelId="{C965400B-AE15-489B-A477-2FCC8FB6ED2C}" type="presParOf" srcId="{36D8C56D-8EB2-450E-A0B8-953D03AAF37C}" destId="{8865319F-D06F-4A11-805B-CBFC722B1DB7}" srcOrd="1" destOrd="0" presId="urn:microsoft.com/office/officeart/2008/layout/LinedList"/>
    <dgm:cxn modelId="{61683CC1-9FCF-4FF7-BFD6-EFDDE5FFA125}" type="presParOf" srcId="{8865319F-D06F-4A11-805B-CBFC722B1DB7}" destId="{EC50B348-20D8-41A9-90ED-B8EB31A4BD26}" srcOrd="0" destOrd="0" presId="urn:microsoft.com/office/officeart/2008/layout/LinedList"/>
    <dgm:cxn modelId="{D5AAAFEE-CA5F-44EA-8798-1CA582EE453D}" type="presParOf" srcId="{8865319F-D06F-4A11-805B-CBFC722B1DB7}" destId="{DA3712C7-C046-43E3-B635-587C7B4BF18D}" srcOrd="1" destOrd="0" presId="urn:microsoft.com/office/officeart/2008/layout/LinedList"/>
    <dgm:cxn modelId="{FD28DDD0-64CF-418B-A3C9-7F8B35FF7772}" type="presParOf" srcId="{36D8C56D-8EB2-450E-A0B8-953D03AAF37C}" destId="{0023FE78-3157-4615-BEDB-8F426008A858}" srcOrd="2" destOrd="0" presId="urn:microsoft.com/office/officeart/2008/layout/LinedList"/>
    <dgm:cxn modelId="{29142BCE-775B-414F-A4BB-0EB6AD12306C}" type="presParOf" srcId="{36D8C56D-8EB2-450E-A0B8-953D03AAF37C}" destId="{017D59C8-5FA6-4811-B3C7-E3747A2935F1}" srcOrd="3" destOrd="0" presId="urn:microsoft.com/office/officeart/2008/layout/LinedList"/>
    <dgm:cxn modelId="{4D702F7C-6C1D-41B1-B60A-73FF7C6E7CDF}" type="presParOf" srcId="{017D59C8-5FA6-4811-B3C7-E3747A2935F1}" destId="{4E695A75-9BD5-45D6-9C61-896B06E001AF}" srcOrd="0" destOrd="0" presId="urn:microsoft.com/office/officeart/2008/layout/LinedList"/>
    <dgm:cxn modelId="{846F2C4F-D2B9-4EDA-B83B-A48317A9011A}" type="presParOf" srcId="{017D59C8-5FA6-4811-B3C7-E3747A2935F1}" destId="{75CBFEC0-45DE-4A29-8FCB-8B8827A9F476}" srcOrd="1" destOrd="0" presId="urn:microsoft.com/office/officeart/2008/layout/LinedList"/>
    <dgm:cxn modelId="{8EAF40F0-0D4A-460B-BD5F-A861566B6FB9}" type="presParOf" srcId="{36D8C56D-8EB2-450E-A0B8-953D03AAF37C}" destId="{3F7E6BCE-9B96-4EE8-A1B3-4C894D6A539F}" srcOrd="4" destOrd="0" presId="urn:microsoft.com/office/officeart/2008/layout/LinedList"/>
    <dgm:cxn modelId="{86B91329-7D4E-473E-8263-A68BAC9C7815}" type="presParOf" srcId="{36D8C56D-8EB2-450E-A0B8-953D03AAF37C}" destId="{1AE03D69-EF2A-439A-985B-B59EE354494A}" srcOrd="5" destOrd="0" presId="urn:microsoft.com/office/officeart/2008/layout/LinedList"/>
    <dgm:cxn modelId="{43E3D6CD-6FE9-4B86-90F2-22D7996ECD61}" type="presParOf" srcId="{1AE03D69-EF2A-439A-985B-B59EE354494A}" destId="{650D7509-3ED4-4FBC-8165-CC5DC1F0817D}" srcOrd="0" destOrd="0" presId="urn:microsoft.com/office/officeart/2008/layout/LinedList"/>
    <dgm:cxn modelId="{55095D30-D050-4380-BA4C-FF0BC8A016C4}" type="presParOf" srcId="{1AE03D69-EF2A-439A-985B-B59EE354494A}" destId="{71050989-3AC2-45B0-AFD1-B2145BD9831F}" srcOrd="1" destOrd="0" presId="urn:microsoft.com/office/officeart/2008/layout/LinedList"/>
    <dgm:cxn modelId="{45089757-12F1-4BB6-8A04-107C3AD48014}" type="presParOf" srcId="{36D8C56D-8EB2-450E-A0B8-953D03AAF37C}" destId="{D06B0BDE-AAC9-4DCB-B70F-61180C83CA95}" srcOrd="6" destOrd="0" presId="urn:microsoft.com/office/officeart/2008/layout/LinedList"/>
    <dgm:cxn modelId="{5D5371A0-E1EC-4633-BC9E-0464C7DEBDA9}" type="presParOf" srcId="{36D8C56D-8EB2-450E-A0B8-953D03AAF37C}" destId="{CCA8D184-76A8-4033-8D9C-D5A192E0D597}" srcOrd="7" destOrd="0" presId="urn:microsoft.com/office/officeart/2008/layout/LinedList"/>
    <dgm:cxn modelId="{5B0FBAF7-D238-4AF1-9C87-CF9B4FC05D5B}" type="presParOf" srcId="{CCA8D184-76A8-4033-8D9C-D5A192E0D597}" destId="{8E412222-C305-4FC5-93EA-A9F96FEA36EF}" srcOrd="0" destOrd="0" presId="urn:microsoft.com/office/officeart/2008/layout/LinedList"/>
    <dgm:cxn modelId="{211ABD0A-A753-4A30-B556-F4EBF4E2D8B4}" type="presParOf" srcId="{CCA8D184-76A8-4033-8D9C-D5A192E0D597}" destId="{354D57D5-2088-4452-AC04-D467D543829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DBE132-DE5D-44C5-9173-69F3903C696A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1E94736-6EA5-424C-9A0A-1BE12D8FD539}">
      <dgm:prSet/>
      <dgm:spPr/>
      <dgm:t>
        <a:bodyPr/>
        <a:lstStyle/>
        <a:p>
          <a:r>
            <a:rPr lang="fr-FR"/>
            <a:t>- Nettoyage des noms de colonnes </a:t>
          </a:r>
          <a:endParaRPr lang="en-US"/>
        </a:p>
      </dgm:t>
    </dgm:pt>
    <dgm:pt modelId="{F8BB47FB-CE2B-4DC4-A63C-7F04B7E820F6}" type="parTrans" cxnId="{16F646E0-26CD-493F-AA23-878D281AFCC7}">
      <dgm:prSet/>
      <dgm:spPr/>
      <dgm:t>
        <a:bodyPr/>
        <a:lstStyle/>
        <a:p>
          <a:endParaRPr lang="en-US"/>
        </a:p>
      </dgm:t>
    </dgm:pt>
    <dgm:pt modelId="{FB33DBE0-96DD-4337-B230-1CEB4AF0CE15}" type="sibTrans" cxnId="{16F646E0-26CD-493F-AA23-878D281AFCC7}">
      <dgm:prSet/>
      <dgm:spPr/>
      <dgm:t>
        <a:bodyPr/>
        <a:lstStyle/>
        <a:p>
          <a:endParaRPr lang="en-US"/>
        </a:p>
      </dgm:t>
    </dgm:pt>
    <dgm:pt modelId="{345FD17B-6BE6-4DA0-9FDD-8E7947B2F761}">
      <dgm:prSet/>
      <dgm:spPr/>
      <dgm:t>
        <a:bodyPr/>
        <a:lstStyle/>
        <a:p>
          <a:r>
            <a:rPr lang="fr-FR"/>
            <a:t>- Suppression des doublons </a:t>
          </a:r>
          <a:endParaRPr lang="en-US"/>
        </a:p>
      </dgm:t>
    </dgm:pt>
    <dgm:pt modelId="{2D6D07BF-D23E-4EE5-9A32-0C8527C798A6}" type="parTrans" cxnId="{F43A36C4-7418-4C98-B0A0-BD776B210241}">
      <dgm:prSet/>
      <dgm:spPr/>
      <dgm:t>
        <a:bodyPr/>
        <a:lstStyle/>
        <a:p>
          <a:endParaRPr lang="en-US"/>
        </a:p>
      </dgm:t>
    </dgm:pt>
    <dgm:pt modelId="{97353577-B728-45DE-AE6B-E7C8A40557F9}" type="sibTrans" cxnId="{F43A36C4-7418-4C98-B0A0-BD776B210241}">
      <dgm:prSet/>
      <dgm:spPr/>
      <dgm:t>
        <a:bodyPr/>
        <a:lstStyle/>
        <a:p>
          <a:endParaRPr lang="en-US"/>
        </a:p>
      </dgm:t>
    </dgm:pt>
    <dgm:pt modelId="{E0F3AA78-E4FF-4E46-8E63-5AF5224547F4}">
      <dgm:prSet/>
      <dgm:spPr/>
      <dgm:t>
        <a:bodyPr/>
        <a:lstStyle/>
        <a:p>
          <a:r>
            <a:rPr lang="fr-FR"/>
            <a:t>- Conversion en numérique </a:t>
          </a:r>
          <a:endParaRPr lang="en-US"/>
        </a:p>
      </dgm:t>
    </dgm:pt>
    <dgm:pt modelId="{69A930FA-1F2E-47D8-A04A-9DF46B796E43}" type="parTrans" cxnId="{45C3F315-9EA3-4CAA-8381-E0BA2E332B10}">
      <dgm:prSet/>
      <dgm:spPr/>
      <dgm:t>
        <a:bodyPr/>
        <a:lstStyle/>
        <a:p>
          <a:endParaRPr lang="en-US"/>
        </a:p>
      </dgm:t>
    </dgm:pt>
    <dgm:pt modelId="{CC234DA5-FE92-4216-BC24-29BE3FF7DDC5}" type="sibTrans" cxnId="{45C3F315-9EA3-4CAA-8381-E0BA2E332B10}">
      <dgm:prSet/>
      <dgm:spPr/>
      <dgm:t>
        <a:bodyPr/>
        <a:lstStyle/>
        <a:p>
          <a:endParaRPr lang="en-US"/>
        </a:p>
      </dgm:t>
    </dgm:pt>
    <dgm:pt modelId="{E6D61231-5687-49DB-9AAB-C13453AE4DF6}">
      <dgm:prSet/>
      <dgm:spPr/>
      <dgm:t>
        <a:bodyPr/>
        <a:lstStyle/>
        <a:p>
          <a:r>
            <a:rPr lang="fr-FR"/>
            <a:t>- Suppression des outliers (Z-score &lt; 3) </a:t>
          </a:r>
          <a:endParaRPr lang="en-US"/>
        </a:p>
      </dgm:t>
    </dgm:pt>
    <dgm:pt modelId="{461B70BD-B0A2-42A8-B59C-657341B71898}" type="parTrans" cxnId="{AC4922E5-F81F-4E6B-82CA-62716B0F9B07}">
      <dgm:prSet/>
      <dgm:spPr/>
      <dgm:t>
        <a:bodyPr/>
        <a:lstStyle/>
        <a:p>
          <a:endParaRPr lang="en-US"/>
        </a:p>
      </dgm:t>
    </dgm:pt>
    <dgm:pt modelId="{D88E4C7E-BB13-4338-BCD9-675695E707C7}" type="sibTrans" cxnId="{AC4922E5-F81F-4E6B-82CA-62716B0F9B07}">
      <dgm:prSet/>
      <dgm:spPr/>
      <dgm:t>
        <a:bodyPr/>
        <a:lstStyle/>
        <a:p>
          <a:endParaRPr lang="en-US"/>
        </a:p>
      </dgm:t>
    </dgm:pt>
    <dgm:pt modelId="{AC7EE3C5-77F3-4199-AAA8-025A42301C16}">
      <dgm:prSet/>
      <dgm:spPr/>
      <dgm:t>
        <a:bodyPr/>
        <a:lstStyle/>
        <a:p>
          <a:r>
            <a:rPr lang="fr-FR"/>
            <a:t>Résultat : Dataset plus propre et stable pour le modèle</a:t>
          </a:r>
          <a:endParaRPr lang="en-US"/>
        </a:p>
      </dgm:t>
    </dgm:pt>
    <dgm:pt modelId="{1D8B2E93-F3F0-4550-B31F-379878009EB6}" type="parTrans" cxnId="{C50ECA14-E578-46E3-8B7B-8A2A3A6D01F2}">
      <dgm:prSet/>
      <dgm:spPr/>
      <dgm:t>
        <a:bodyPr/>
        <a:lstStyle/>
        <a:p>
          <a:endParaRPr lang="en-US"/>
        </a:p>
      </dgm:t>
    </dgm:pt>
    <dgm:pt modelId="{3D037B17-4FDD-4258-ACAA-C9513D0D3F97}" type="sibTrans" cxnId="{C50ECA14-E578-46E3-8B7B-8A2A3A6D01F2}">
      <dgm:prSet/>
      <dgm:spPr/>
      <dgm:t>
        <a:bodyPr/>
        <a:lstStyle/>
        <a:p>
          <a:endParaRPr lang="en-US"/>
        </a:p>
      </dgm:t>
    </dgm:pt>
    <dgm:pt modelId="{5FDEC1EB-26AB-4755-BBB5-02E07F910A61}" type="pres">
      <dgm:prSet presAssocID="{3DDBE132-DE5D-44C5-9173-69F3903C696A}" presName="outerComposite" presStyleCnt="0">
        <dgm:presLayoutVars>
          <dgm:chMax val="5"/>
          <dgm:dir/>
          <dgm:resizeHandles val="exact"/>
        </dgm:presLayoutVars>
      </dgm:prSet>
      <dgm:spPr/>
    </dgm:pt>
    <dgm:pt modelId="{4FFC4519-5DFA-4E35-BDA1-0CAE4FAF51D3}" type="pres">
      <dgm:prSet presAssocID="{3DDBE132-DE5D-44C5-9173-69F3903C696A}" presName="dummyMaxCanvas" presStyleCnt="0">
        <dgm:presLayoutVars/>
      </dgm:prSet>
      <dgm:spPr/>
    </dgm:pt>
    <dgm:pt modelId="{580B6ED6-7BC0-41A2-A867-910F046574B2}" type="pres">
      <dgm:prSet presAssocID="{3DDBE132-DE5D-44C5-9173-69F3903C696A}" presName="FiveNodes_1" presStyleLbl="node1" presStyleIdx="0" presStyleCnt="5">
        <dgm:presLayoutVars>
          <dgm:bulletEnabled val="1"/>
        </dgm:presLayoutVars>
      </dgm:prSet>
      <dgm:spPr/>
    </dgm:pt>
    <dgm:pt modelId="{F66CB160-DC64-4565-8B7B-2A494CCA2DA8}" type="pres">
      <dgm:prSet presAssocID="{3DDBE132-DE5D-44C5-9173-69F3903C696A}" presName="FiveNodes_2" presStyleLbl="node1" presStyleIdx="1" presStyleCnt="5">
        <dgm:presLayoutVars>
          <dgm:bulletEnabled val="1"/>
        </dgm:presLayoutVars>
      </dgm:prSet>
      <dgm:spPr/>
    </dgm:pt>
    <dgm:pt modelId="{C570998B-F1B4-4D61-ADED-7EE91D2C6475}" type="pres">
      <dgm:prSet presAssocID="{3DDBE132-DE5D-44C5-9173-69F3903C696A}" presName="FiveNodes_3" presStyleLbl="node1" presStyleIdx="2" presStyleCnt="5">
        <dgm:presLayoutVars>
          <dgm:bulletEnabled val="1"/>
        </dgm:presLayoutVars>
      </dgm:prSet>
      <dgm:spPr/>
    </dgm:pt>
    <dgm:pt modelId="{0A091006-88C7-4958-B530-EC8F0DC3EA62}" type="pres">
      <dgm:prSet presAssocID="{3DDBE132-DE5D-44C5-9173-69F3903C696A}" presName="FiveNodes_4" presStyleLbl="node1" presStyleIdx="3" presStyleCnt="5">
        <dgm:presLayoutVars>
          <dgm:bulletEnabled val="1"/>
        </dgm:presLayoutVars>
      </dgm:prSet>
      <dgm:spPr/>
    </dgm:pt>
    <dgm:pt modelId="{3DB681E6-BA98-4180-BA27-B6CD16B53FD5}" type="pres">
      <dgm:prSet presAssocID="{3DDBE132-DE5D-44C5-9173-69F3903C696A}" presName="FiveNodes_5" presStyleLbl="node1" presStyleIdx="4" presStyleCnt="5">
        <dgm:presLayoutVars>
          <dgm:bulletEnabled val="1"/>
        </dgm:presLayoutVars>
      </dgm:prSet>
      <dgm:spPr/>
    </dgm:pt>
    <dgm:pt modelId="{2C46E0AC-2D0E-4DBD-BED4-EEDD3E757E83}" type="pres">
      <dgm:prSet presAssocID="{3DDBE132-DE5D-44C5-9173-69F3903C696A}" presName="FiveConn_1-2" presStyleLbl="fgAccFollowNode1" presStyleIdx="0" presStyleCnt="4">
        <dgm:presLayoutVars>
          <dgm:bulletEnabled val="1"/>
        </dgm:presLayoutVars>
      </dgm:prSet>
      <dgm:spPr/>
    </dgm:pt>
    <dgm:pt modelId="{F3F34734-8FE2-4C08-8B2F-89E108AD4C84}" type="pres">
      <dgm:prSet presAssocID="{3DDBE132-DE5D-44C5-9173-69F3903C696A}" presName="FiveConn_2-3" presStyleLbl="fgAccFollowNode1" presStyleIdx="1" presStyleCnt="4">
        <dgm:presLayoutVars>
          <dgm:bulletEnabled val="1"/>
        </dgm:presLayoutVars>
      </dgm:prSet>
      <dgm:spPr/>
    </dgm:pt>
    <dgm:pt modelId="{A88208F3-DCAC-4F8D-A7A5-D62C6B3E8A5A}" type="pres">
      <dgm:prSet presAssocID="{3DDBE132-DE5D-44C5-9173-69F3903C696A}" presName="FiveConn_3-4" presStyleLbl="fgAccFollowNode1" presStyleIdx="2" presStyleCnt="4">
        <dgm:presLayoutVars>
          <dgm:bulletEnabled val="1"/>
        </dgm:presLayoutVars>
      </dgm:prSet>
      <dgm:spPr/>
    </dgm:pt>
    <dgm:pt modelId="{96572B05-D301-486E-BC64-09988444E16B}" type="pres">
      <dgm:prSet presAssocID="{3DDBE132-DE5D-44C5-9173-69F3903C696A}" presName="FiveConn_4-5" presStyleLbl="fgAccFollowNode1" presStyleIdx="3" presStyleCnt="4">
        <dgm:presLayoutVars>
          <dgm:bulletEnabled val="1"/>
        </dgm:presLayoutVars>
      </dgm:prSet>
      <dgm:spPr/>
    </dgm:pt>
    <dgm:pt modelId="{455865A7-3DCE-4136-A2B8-0384ECB33A11}" type="pres">
      <dgm:prSet presAssocID="{3DDBE132-DE5D-44C5-9173-69F3903C696A}" presName="FiveNodes_1_text" presStyleLbl="node1" presStyleIdx="4" presStyleCnt="5">
        <dgm:presLayoutVars>
          <dgm:bulletEnabled val="1"/>
        </dgm:presLayoutVars>
      </dgm:prSet>
      <dgm:spPr/>
    </dgm:pt>
    <dgm:pt modelId="{2E894911-D6A3-430E-AB74-42E878116FED}" type="pres">
      <dgm:prSet presAssocID="{3DDBE132-DE5D-44C5-9173-69F3903C696A}" presName="FiveNodes_2_text" presStyleLbl="node1" presStyleIdx="4" presStyleCnt="5">
        <dgm:presLayoutVars>
          <dgm:bulletEnabled val="1"/>
        </dgm:presLayoutVars>
      </dgm:prSet>
      <dgm:spPr/>
    </dgm:pt>
    <dgm:pt modelId="{6033A6AD-10A1-4A81-810F-CCC922FA99B1}" type="pres">
      <dgm:prSet presAssocID="{3DDBE132-DE5D-44C5-9173-69F3903C696A}" presName="FiveNodes_3_text" presStyleLbl="node1" presStyleIdx="4" presStyleCnt="5">
        <dgm:presLayoutVars>
          <dgm:bulletEnabled val="1"/>
        </dgm:presLayoutVars>
      </dgm:prSet>
      <dgm:spPr/>
    </dgm:pt>
    <dgm:pt modelId="{2966AB9F-C916-42EE-8F36-C077F62110D5}" type="pres">
      <dgm:prSet presAssocID="{3DDBE132-DE5D-44C5-9173-69F3903C696A}" presName="FiveNodes_4_text" presStyleLbl="node1" presStyleIdx="4" presStyleCnt="5">
        <dgm:presLayoutVars>
          <dgm:bulletEnabled val="1"/>
        </dgm:presLayoutVars>
      </dgm:prSet>
      <dgm:spPr/>
    </dgm:pt>
    <dgm:pt modelId="{C3A42B70-E235-4EDF-B47D-CDA0A0DFAB77}" type="pres">
      <dgm:prSet presAssocID="{3DDBE132-DE5D-44C5-9173-69F3903C696A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C50ECA14-E578-46E3-8B7B-8A2A3A6D01F2}" srcId="{3DDBE132-DE5D-44C5-9173-69F3903C696A}" destId="{AC7EE3C5-77F3-4199-AAA8-025A42301C16}" srcOrd="4" destOrd="0" parTransId="{1D8B2E93-F3F0-4550-B31F-379878009EB6}" sibTransId="{3D037B17-4FDD-4258-ACAA-C9513D0D3F97}"/>
    <dgm:cxn modelId="{45C3F315-9EA3-4CAA-8381-E0BA2E332B10}" srcId="{3DDBE132-DE5D-44C5-9173-69F3903C696A}" destId="{E0F3AA78-E4FF-4E46-8E63-5AF5224547F4}" srcOrd="2" destOrd="0" parTransId="{69A930FA-1F2E-47D8-A04A-9DF46B796E43}" sibTransId="{CC234DA5-FE92-4216-BC24-29BE3FF7DDC5}"/>
    <dgm:cxn modelId="{EFB96218-9AC0-425F-AE55-B4BB3A1C3122}" type="presOf" srcId="{3DDBE132-DE5D-44C5-9173-69F3903C696A}" destId="{5FDEC1EB-26AB-4755-BBB5-02E07F910A61}" srcOrd="0" destOrd="0" presId="urn:microsoft.com/office/officeart/2005/8/layout/vProcess5"/>
    <dgm:cxn modelId="{94FF9926-D612-42F7-8054-C674998EA882}" type="presOf" srcId="{345FD17B-6BE6-4DA0-9FDD-8E7947B2F761}" destId="{2E894911-D6A3-430E-AB74-42E878116FED}" srcOrd="1" destOrd="0" presId="urn:microsoft.com/office/officeart/2005/8/layout/vProcess5"/>
    <dgm:cxn modelId="{9335E066-AAD6-4B2E-A15B-8C82E04474D1}" type="presOf" srcId="{AC7EE3C5-77F3-4199-AAA8-025A42301C16}" destId="{C3A42B70-E235-4EDF-B47D-CDA0A0DFAB77}" srcOrd="1" destOrd="0" presId="urn:microsoft.com/office/officeart/2005/8/layout/vProcess5"/>
    <dgm:cxn modelId="{9E505371-BF38-48F4-A464-7BB84E92FDAB}" type="presOf" srcId="{41E94736-6EA5-424C-9A0A-1BE12D8FD539}" destId="{455865A7-3DCE-4136-A2B8-0384ECB33A11}" srcOrd="1" destOrd="0" presId="urn:microsoft.com/office/officeart/2005/8/layout/vProcess5"/>
    <dgm:cxn modelId="{21EEB057-A7EC-46BD-9F4E-0783137A66FF}" type="presOf" srcId="{345FD17B-6BE6-4DA0-9FDD-8E7947B2F761}" destId="{F66CB160-DC64-4565-8B7B-2A494CCA2DA8}" srcOrd="0" destOrd="0" presId="urn:microsoft.com/office/officeart/2005/8/layout/vProcess5"/>
    <dgm:cxn modelId="{BF00527A-BF9A-4427-B306-7B0467847297}" type="presOf" srcId="{CC234DA5-FE92-4216-BC24-29BE3FF7DDC5}" destId="{A88208F3-DCAC-4F8D-A7A5-D62C6B3E8A5A}" srcOrd="0" destOrd="0" presId="urn:microsoft.com/office/officeart/2005/8/layout/vProcess5"/>
    <dgm:cxn modelId="{4936257C-9EF3-471B-BCF6-4D59881498C3}" type="presOf" srcId="{AC7EE3C5-77F3-4199-AAA8-025A42301C16}" destId="{3DB681E6-BA98-4180-BA27-B6CD16B53FD5}" srcOrd="0" destOrd="0" presId="urn:microsoft.com/office/officeart/2005/8/layout/vProcess5"/>
    <dgm:cxn modelId="{04D3797F-3DC2-4DBB-9F38-6CA6F0A113C5}" type="presOf" srcId="{E6D61231-5687-49DB-9AAB-C13453AE4DF6}" destId="{0A091006-88C7-4958-B530-EC8F0DC3EA62}" srcOrd="0" destOrd="0" presId="urn:microsoft.com/office/officeart/2005/8/layout/vProcess5"/>
    <dgm:cxn modelId="{55512B8B-CD57-4D05-8D8E-921D6528B2CE}" type="presOf" srcId="{D88E4C7E-BB13-4338-BCD9-675695E707C7}" destId="{96572B05-D301-486E-BC64-09988444E16B}" srcOrd="0" destOrd="0" presId="urn:microsoft.com/office/officeart/2005/8/layout/vProcess5"/>
    <dgm:cxn modelId="{E9F8CCAB-3EF5-49F8-AF5C-90D360BD5F86}" type="presOf" srcId="{FB33DBE0-96DD-4337-B230-1CEB4AF0CE15}" destId="{2C46E0AC-2D0E-4DBD-BED4-EEDD3E757E83}" srcOrd="0" destOrd="0" presId="urn:microsoft.com/office/officeart/2005/8/layout/vProcess5"/>
    <dgm:cxn modelId="{702BDCAE-B397-4732-B648-36645309F1DF}" type="presOf" srcId="{41E94736-6EA5-424C-9A0A-1BE12D8FD539}" destId="{580B6ED6-7BC0-41A2-A867-910F046574B2}" srcOrd="0" destOrd="0" presId="urn:microsoft.com/office/officeart/2005/8/layout/vProcess5"/>
    <dgm:cxn modelId="{F43A36C4-7418-4C98-B0A0-BD776B210241}" srcId="{3DDBE132-DE5D-44C5-9173-69F3903C696A}" destId="{345FD17B-6BE6-4DA0-9FDD-8E7947B2F761}" srcOrd="1" destOrd="0" parTransId="{2D6D07BF-D23E-4EE5-9A32-0C8527C798A6}" sibTransId="{97353577-B728-45DE-AE6B-E7C8A40557F9}"/>
    <dgm:cxn modelId="{ADE65DC6-B152-4BB1-8AF1-AAB1DCA4C921}" type="presOf" srcId="{E0F3AA78-E4FF-4E46-8E63-5AF5224547F4}" destId="{C570998B-F1B4-4D61-ADED-7EE91D2C6475}" srcOrd="0" destOrd="0" presId="urn:microsoft.com/office/officeart/2005/8/layout/vProcess5"/>
    <dgm:cxn modelId="{7E2285D3-0D46-48D6-8653-50B3E8EE8010}" type="presOf" srcId="{97353577-B728-45DE-AE6B-E7C8A40557F9}" destId="{F3F34734-8FE2-4C08-8B2F-89E108AD4C84}" srcOrd="0" destOrd="0" presId="urn:microsoft.com/office/officeart/2005/8/layout/vProcess5"/>
    <dgm:cxn modelId="{A0D68BDA-1B1E-4A36-AFA1-BF48240993D4}" type="presOf" srcId="{E6D61231-5687-49DB-9AAB-C13453AE4DF6}" destId="{2966AB9F-C916-42EE-8F36-C077F62110D5}" srcOrd="1" destOrd="0" presId="urn:microsoft.com/office/officeart/2005/8/layout/vProcess5"/>
    <dgm:cxn modelId="{EE3F3EDD-035F-45A7-AC5C-5CA4FC470809}" type="presOf" srcId="{E0F3AA78-E4FF-4E46-8E63-5AF5224547F4}" destId="{6033A6AD-10A1-4A81-810F-CCC922FA99B1}" srcOrd="1" destOrd="0" presId="urn:microsoft.com/office/officeart/2005/8/layout/vProcess5"/>
    <dgm:cxn modelId="{16F646E0-26CD-493F-AA23-878D281AFCC7}" srcId="{3DDBE132-DE5D-44C5-9173-69F3903C696A}" destId="{41E94736-6EA5-424C-9A0A-1BE12D8FD539}" srcOrd="0" destOrd="0" parTransId="{F8BB47FB-CE2B-4DC4-A63C-7F04B7E820F6}" sibTransId="{FB33DBE0-96DD-4337-B230-1CEB4AF0CE15}"/>
    <dgm:cxn modelId="{AC4922E5-F81F-4E6B-82CA-62716B0F9B07}" srcId="{3DDBE132-DE5D-44C5-9173-69F3903C696A}" destId="{E6D61231-5687-49DB-9AAB-C13453AE4DF6}" srcOrd="3" destOrd="0" parTransId="{461B70BD-B0A2-42A8-B59C-657341B71898}" sibTransId="{D88E4C7E-BB13-4338-BCD9-675695E707C7}"/>
    <dgm:cxn modelId="{01EB380F-468C-46E3-AB6D-FE8D4586E073}" type="presParOf" srcId="{5FDEC1EB-26AB-4755-BBB5-02E07F910A61}" destId="{4FFC4519-5DFA-4E35-BDA1-0CAE4FAF51D3}" srcOrd="0" destOrd="0" presId="urn:microsoft.com/office/officeart/2005/8/layout/vProcess5"/>
    <dgm:cxn modelId="{13CC7641-30A9-49DD-81F7-F967DF14D4B1}" type="presParOf" srcId="{5FDEC1EB-26AB-4755-BBB5-02E07F910A61}" destId="{580B6ED6-7BC0-41A2-A867-910F046574B2}" srcOrd="1" destOrd="0" presId="urn:microsoft.com/office/officeart/2005/8/layout/vProcess5"/>
    <dgm:cxn modelId="{FDC3BF00-1F3C-43E3-AE9A-60B36FE77A18}" type="presParOf" srcId="{5FDEC1EB-26AB-4755-BBB5-02E07F910A61}" destId="{F66CB160-DC64-4565-8B7B-2A494CCA2DA8}" srcOrd="2" destOrd="0" presId="urn:microsoft.com/office/officeart/2005/8/layout/vProcess5"/>
    <dgm:cxn modelId="{4B1F4D7A-BE59-45F2-8ADF-E5B8423042F3}" type="presParOf" srcId="{5FDEC1EB-26AB-4755-BBB5-02E07F910A61}" destId="{C570998B-F1B4-4D61-ADED-7EE91D2C6475}" srcOrd="3" destOrd="0" presId="urn:microsoft.com/office/officeart/2005/8/layout/vProcess5"/>
    <dgm:cxn modelId="{8BE74036-4858-44B0-9983-C57FABBC6395}" type="presParOf" srcId="{5FDEC1EB-26AB-4755-BBB5-02E07F910A61}" destId="{0A091006-88C7-4958-B530-EC8F0DC3EA62}" srcOrd="4" destOrd="0" presId="urn:microsoft.com/office/officeart/2005/8/layout/vProcess5"/>
    <dgm:cxn modelId="{4E1B3137-032B-4187-8690-E9E4B1CA810E}" type="presParOf" srcId="{5FDEC1EB-26AB-4755-BBB5-02E07F910A61}" destId="{3DB681E6-BA98-4180-BA27-B6CD16B53FD5}" srcOrd="5" destOrd="0" presId="urn:microsoft.com/office/officeart/2005/8/layout/vProcess5"/>
    <dgm:cxn modelId="{CDCE541D-76C4-4B5E-880A-DA9FD84402C1}" type="presParOf" srcId="{5FDEC1EB-26AB-4755-BBB5-02E07F910A61}" destId="{2C46E0AC-2D0E-4DBD-BED4-EEDD3E757E83}" srcOrd="6" destOrd="0" presId="urn:microsoft.com/office/officeart/2005/8/layout/vProcess5"/>
    <dgm:cxn modelId="{5E408819-D15D-43EA-92AC-9A569D9E99D5}" type="presParOf" srcId="{5FDEC1EB-26AB-4755-BBB5-02E07F910A61}" destId="{F3F34734-8FE2-4C08-8B2F-89E108AD4C84}" srcOrd="7" destOrd="0" presId="urn:microsoft.com/office/officeart/2005/8/layout/vProcess5"/>
    <dgm:cxn modelId="{3F1D5231-FC4A-4905-BDEF-BC0AF5823214}" type="presParOf" srcId="{5FDEC1EB-26AB-4755-BBB5-02E07F910A61}" destId="{A88208F3-DCAC-4F8D-A7A5-D62C6B3E8A5A}" srcOrd="8" destOrd="0" presId="urn:microsoft.com/office/officeart/2005/8/layout/vProcess5"/>
    <dgm:cxn modelId="{E5C8A2CD-7BEF-49A9-99D6-9AD5EDB7AC53}" type="presParOf" srcId="{5FDEC1EB-26AB-4755-BBB5-02E07F910A61}" destId="{96572B05-D301-486E-BC64-09988444E16B}" srcOrd="9" destOrd="0" presId="urn:microsoft.com/office/officeart/2005/8/layout/vProcess5"/>
    <dgm:cxn modelId="{F8DC87BE-4588-4D0B-A17B-E337373F4A7F}" type="presParOf" srcId="{5FDEC1EB-26AB-4755-BBB5-02E07F910A61}" destId="{455865A7-3DCE-4136-A2B8-0384ECB33A11}" srcOrd="10" destOrd="0" presId="urn:microsoft.com/office/officeart/2005/8/layout/vProcess5"/>
    <dgm:cxn modelId="{76F94B6C-A836-48F3-9DCD-B58FA2777770}" type="presParOf" srcId="{5FDEC1EB-26AB-4755-BBB5-02E07F910A61}" destId="{2E894911-D6A3-430E-AB74-42E878116FED}" srcOrd="11" destOrd="0" presId="urn:microsoft.com/office/officeart/2005/8/layout/vProcess5"/>
    <dgm:cxn modelId="{C006BF58-62BC-4FBF-9FCB-04509353FF5E}" type="presParOf" srcId="{5FDEC1EB-26AB-4755-BBB5-02E07F910A61}" destId="{6033A6AD-10A1-4A81-810F-CCC922FA99B1}" srcOrd="12" destOrd="0" presId="urn:microsoft.com/office/officeart/2005/8/layout/vProcess5"/>
    <dgm:cxn modelId="{CCEE7C59-5FE9-4E43-B53E-C2ED178DEC89}" type="presParOf" srcId="{5FDEC1EB-26AB-4755-BBB5-02E07F910A61}" destId="{2966AB9F-C916-42EE-8F36-C077F62110D5}" srcOrd="13" destOrd="0" presId="urn:microsoft.com/office/officeart/2005/8/layout/vProcess5"/>
    <dgm:cxn modelId="{0C112265-747A-451F-88C3-DC3A2899B561}" type="presParOf" srcId="{5FDEC1EB-26AB-4755-BBB5-02E07F910A61}" destId="{C3A42B70-E235-4EDF-B47D-CDA0A0DFAB77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019E68D-31D8-4936-A771-D1A60D0B899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A443958-F6F2-460D-B9EB-4E1B13CAAFF1}">
      <dgm:prSet/>
      <dgm:spPr/>
      <dgm:t>
        <a:bodyPr/>
        <a:lstStyle/>
        <a:p>
          <a:r>
            <a:rPr lang="en-GB" dirty="0" err="1"/>
            <a:t>Création</a:t>
          </a:r>
          <a:r>
            <a:rPr lang="en-GB" dirty="0"/>
            <a:t> de </a:t>
          </a:r>
          <a:r>
            <a:rPr lang="en-GB" dirty="0" err="1"/>
            <a:t>industry_category</a:t>
          </a:r>
          <a:r>
            <a:rPr lang="en-GB" dirty="0"/>
            <a:t> </a:t>
          </a:r>
          <a:endParaRPr lang="en-US" dirty="0"/>
        </a:p>
      </dgm:t>
    </dgm:pt>
    <dgm:pt modelId="{BA59394C-29EA-49FC-B0F6-410DCE9823BB}" type="parTrans" cxnId="{4FC3EB80-B1BA-493D-9C01-833935960270}">
      <dgm:prSet/>
      <dgm:spPr/>
      <dgm:t>
        <a:bodyPr/>
        <a:lstStyle/>
        <a:p>
          <a:endParaRPr lang="en-US"/>
        </a:p>
      </dgm:t>
    </dgm:pt>
    <dgm:pt modelId="{08C5EE63-A1AE-4BE2-884E-63C7FA695D08}" type="sibTrans" cxnId="{4FC3EB80-B1BA-493D-9C01-833935960270}">
      <dgm:prSet/>
      <dgm:spPr/>
      <dgm:t>
        <a:bodyPr/>
        <a:lstStyle/>
        <a:p>
          <a:endParaRPr lang="en-US"/>
        </a:p>
      </dgm:t>
    </dgm:pt>
    <dgm:pt modelId="{46155BBA-AC5F-4C82-A3BD-B906D042D1D7}">
      <dgm:prSet/>
      <dgm:spPr/>
      <dgm:t>
        <a:bodyPr/>
        <a:lstStyle/>
        <a:p>
          <a:r>
            <a:rPr lang="en-GB" b="1"/>
            <a:t>Regroupement des métiers : </a:t>
          </a:r>
          <a:endParaRPr lang="en-US"/>
        </a:p>
      </dgm:t>
    </dgm:pt>
    <dgm:pt modelId="{2717B60F-AFFC-49D1-9DA6-D845E365BDCE}" type="parTrans" cxnId="{C3B00A04-251C-4248-9952-F06C65156FE6}">
      <dgm:prSet/>
      <dgm:spPr/>
      <dgm:t>
        <a:bodyPr/>
        <a:lstStyle/>
        <a:p>
          <a:endParaRPr lang="en-US"/>
        </a:p>
      </dgm:t>
    </dgm:pt>
    <dgm:pt modelId="{81FB0D1F-B032-4B13-A07A-7A6DFAACD760}" type="sibTrans" cxnId="{C3B00A04-251C-4248-9952-F06C65156FE6}">
      <dgm:prSet/>
      <dgm:spPr/>
      <dgm:t>
        <a:bodyPr/>
        <a:lstStyle/>
        <a:p>
          <a:endParaRPr lang="en-US"/>
        </a:p>
      </dgm:t>
    </dgm:pt>
    <dgm:pt modelId="{FAB90C45-97BD-4317-A4EE-F6D1FBBA5BB6}">
      <dgm:prSet/>
      <dgm:spPr/>
      <dgm:t>
        <a:bodyPr/>
        <a:lstStyle/>
        <a:p>
          <a:r>
            <a:rPr lang="en-GB" b="1" dirty="0"/>
            <a:t>technical </a:t>
          </a:r>
          <a:endParaRPr lang="en-US" b="1" dirty="0"/>
        </a:p>
      </dgm:t>
    </dgm:pt>
    <dgm:pt modelId="{83590AB0-75DB-4C26-857D-223DB0289C08}" type="parTrans" cxnId="{7E96C134-CFED-4419-982B-C3B4664D2501}">
      <dgm:prSet/>
      <dgm:spPr/>
      <dgm:t>
        <a:bodyPr/>
        <a:lstStyle/>
        <a:p>
          <a:endParaRPr lang="en-US"/>
        </a:p>
      </dgm:t>
    </dgm:pt>
    <dgm:pt modelId="{5DC07BAE-5FC7-4938-A349-670FC6CC37A4}" type="sibTrans" cxnId="{7E96C134-CFED-4419-982B-C3B4664D2501}">
      <dgm:prSet/>
      <dgm:spPr/>
      <dgm:t>
        <a:bodyPr/>
        <a:lstStyle/>
        <a:p>
          <a:endParaRPr lang="en-US"/>
        </a:p>
      </dgm:t>
    </dgm:pt>
    <dgm:pt modelId="{D053D07D-D6DA-4CBB-9036-0C0403120FE7}">
      <dgm:prSet/>
      <dgm:spPr/>
      <dgm:t>
        <a:bodyPr/>
        <a:lstStyle/>
        <a:p>
          <a:r>
            <a:rPr lang="en-GB" b="1" dirty="0"/>
            <a:t>management </a:t>
          </a:r>
          <a:endParaRPr lang="en-US" b="1" dirty="0"/>
        </a:p>
      </dgm:t>
    </dgm:pt>
    <dgm:pt modelId="{839BBC1D-DDB9-41E5-ABAB-9E45B8FB7C74}" type="parTrans" cxnId="{F8081BAD-ACE3-452F-AEF8-C0FC4A625E69}">
      <dgm:prSet/>
      <dgm:spPr/>
      <dgm:t>
        <a:bodyPr/>
        <a:lstStyle/>
        <a:p>
          <a:endParaRPr lang="en-US"/>
        </a:p>
      </dgm:t>
    </dgm:pt>
    <dgm:pt modelId="{9BA26F13-C383-44AC-AFE7-C72F6E5DA9F0}" type="sibTrans" cxnId="{F8081BAD-ACE3-452F-AEF8-C0FC4A625E69}">
      <dgm:prSet/>
      <dgm:spPr/>
      <dgm:t>
        <a:bodyPr/>
        <a:lstStyle/>
        <a:p>
          <a:endParaRPr lang="en-US"/>
        </a:p>
      </dgm:t>
    </dgm:pt>
    <dgm:pt modelId="{F7C22A5E-441F-494F-AB91-AAA3F218D603}">
      <dgm:prSet/>
      <dgm:spPr/>
      <dgm:t>
        <a:bodyPr/>
        <a:lstStyle/>
        <a:p>
          <a:r>
            <a:rPr lang="en-GB" b="1" dirty="0"/>
            <a:t>healthcare </a:t>
          </a:r>
          <a:endParaRPr lang="en-US" b="1" dirty="0"/>
        </a:p>
      </dgm:t>
    </dgm:pt>
    <dgm:pt modelId="{85387DC1-5533-4257-A08E-2A30A3C93FBF}" type="parTrans" cxnId="{934EB5EA-3A51-4D32-9511-E2A1F21012E2}">
      <dgm:prSet/>
      <dgm:spPr/>
      <dgm:t>
        <a:bodyPr/>
        <a:lstStyle/>
        <a:p>
          <a:endParaRPr lang="en-US"/>
        </a:p>
      </dgm:t>
    </dgm:pt>
    <dgm:pt modelId="{72C2B0BA-2A1C-4DD5-A646-EED2825DFE67}" type="sibTrans" cxnId="{934EB5EA-3A51-4D32-9511-E2A1F21012E2}">
      <dgm:prSet/>
      <dgm:spPr/>
      <dgm:t>
        <a:bodyPr/>
        <a:lstStyle/>
        <a:p>
          <a:endParaRPr lang="en-US"/>
        </a:p>
      </dgm:t>
    </dgm:pt>
    <dgm:pt modelId="{5654EB39-3734-45FB-85AA-823EB00262DA}">
      <dgm:prSet/>
      <dgm:spPr/>
      <dgm:t>
        <a:bodyPr/>
        <a:lstStyle/>
        <a:p>
          <a:r>
            <a:rPr lang="en-GB" b="1" dirty="0"/>
            <a:t>etc. </a:t>
          </a:r>
          <a:endParaRPr lang="en-US" b="1" dirty="0"/>
        </a:p>
      </dgm:t>
    </dgm:pt>
    <dgm:pt modelId="{CD405D9C-E1E7-4202-B07F-5C4F8F7D3666}" type="parTrans" cxnId="{86690937-5C85-46D2-9342-D4ABC32F7833}">
      <dgm:prSet/>
      <dgm:spPr/>
      <dgm:t>
        <a:bodyPr/>
        <a:lstStyle/>
        <a:p>
          <a:endParaRPr lang="en-US"/>
        </a:p>
      </dgm:t>
    </dgm:pt>
    <dgm:pt modelId="{9C67E91D-468B-4A07-86E4-5F33D8DD8DFA}" type="sibTrans" cxnId="{86690937-5C85-46D2-9342-D4ABC32F7833}">
      <dgm:prSet/>
      <dgm:spPr/>
      <dgm:t>
        <a:bodyPr/>
        <a:lstStyle/>
        <a:p>
          <a:endParaRPr lang="en-US"/>
        </a:p>
      </dgm:t>
    </dgm:pt>
    <dgm:pt modelId="{720861CC-4D23-4CFA-9D6F-0E5D4BCA318B}">
      <dgm:prSet/>
      <dgm:spPr/>
      <dgm:t>
        <a:bodyPr/>
        <a:lstStyle/>
        <a:p>
          <a:r>
            <a:rPr lang="en-GB" b="1" dirty="0" err="1"/>
            <a:t>Encodage</a:t>
          </a:r>
          <a:r>
            <a:rPr lang="en-GB" b="1" dirty="0"/>
            <a:t> : </a:t>
          </a:r>
          <a:endParaRPr lang="en-US" dirty="0"/>
        </a:p>
      </dgm:t>
    </dgm:pt>
    <dgm:pt modelId="{53883B3A-24D5-4C78-B99C-E827C629CF05}" type="parTrans" cxnId="{5768957A-B36F-4B6D-9A24-1A995D80B7E6}">
      <dgm:prSet/>
      <dgm:spPr/>
      <dgm:t>
        <a:bodyPr/>
        <a:lstStyle/>
        <a:p>
          <a:endParaRPr lang="en-US"/>
        </a:p>
      </dgm:t>
    </dgm:pt>
    <dgm:pt modelId="{6B6C51D0-5F73-4F2C-B45A-349FDA821A0B}" type="sibTrans" cxnId="{5768957A-B36F-4B6D-9A24-1A995D80B7E6}">
      <dgm:prSet/>
      <dgm:spPr/>
      <dgm:t>
        <a:bodyPr/>
        <a:lstStyle/>
        <a:p>
          <a:endParaRPr lang="en-US"/>
        </a:p>
      </dgm:t>
    </dgm:pt>
    <dgm:pt modelId="{0C14A151-EBF1-437B-BEBD-BB7DCEC83342}">
      <dgm:prSet/>
      <dgm:spPr/>
      <dgm:t>
        <a:bodyPr/>
        <a:lstStyle/>
        <a:p>
          <a:r>
            <a:rPr lang="en-GB" b="1" dirty="0"/>
            <a:t>target encoding (</a:t>
          </a:r>
          <a:r>
            <a:rPr lang="en-GB" b="1" dirty="0" err="1"/>
            <a:t>moyenne</a:t>
          </a:r>
          <a:r>
            <a:rPr lang="en-GB" b="1" dirty="0"/>
            <a:t> de prob) </a:t>
          </a:r>
          <a:endParaRPr lang="en-US" b="1" dirty="0"/>
        </a:p>
      </dgm:t>
    </dgm:pt>
    <dgm:pt modelId="{75A97911-4BE5-40E7-AECC-B30A6A30EF85}" type="parTrans" cxnId="{D025A60E-3F84-4CD4-91F7-EB2CCA5441E0}">
      <dgm:prSet/>
      <dgm:spPr/>
      <dgm:t>
        <a:bodyPr/>
        <a:lstStyle/>
        <a:p>
          <a:endParaRPr lang="en-US"/>
        </a:p>
      </dgm:t>
    </dgm:pt>
    <dgm:pt modelId="{F102D7FC-4F85-4E04-9432-38C1C5A4087B}" type="sibTrans" cxnId="{D025A60E-3F84-4CD4-91F7-EB2CCA5441E0}">
      <dgm:prSet/>
      <dgm:spPr/>
      <dgm:t>
        <a:bodyPr/>
        <a:lstStyle/>
        <a:p>
          <a:endParaRPr lang="en-US"/>
        </a:p>
      </dgm:t>
    </dgm:pt>
    <dgm:pt modelId="{6E85F09F-32BD-4A48-8C38-FE19A271E0CE}">
      <dgm:prSet/>
      <dgm:spPr/>
      <dgm:t>
        <a:bodyPr/>
        <a:lstStyle/>
        <a:p>
          <a:r>
            <a:rPr lang="en-GB" b="1" dirty="0"/>
            <a:t>Standardisation : </a:t>
          </a:r>
          <a:endParaRPr lang="en-US" dirty="0"/>
        </a:p>
      </dgm:t>
    </dgm:pt>
    <dgm:pt modelId="{7F5D5207-C5E5-44DF-9063-842D621093E1}" type="parTrans" cxnId="{B2F39780-7392-4028-9996-5A82406BD62F}">
      <dgm:prSet/>
      <dgm:spPr/>
      <dgm:t>
        <a:bodyPr/>
        <a:lstStyle/>
        <a:p>
          <a:endParaRPr lang="en-US"/>
        </a:p>
      </dgm:t>
    </dgm:pt>
    <dgm:pt modelId="{8429F1B7-B3F4-400F-9895-C0B030BA12DC}" type="sibTrans" cxnId="{B2F39780-7392-4028-9996-5A82406BD62F}">
      <dgm:prSet/>
      <dgm:spPr/>
      <dgm:t>
        <a:bodyPr/>
        <a:lstStyle/>
        <a:p>
          <a:endParaRPr lang="en-US"/>
        </a:p>
      </dgm:t>
    </dgm:pt>
    <dgm:pt modelId="{818CAC6E-BE71-4A2F-BF65-E180652B8DE8}">
      <dgm:prSet/>
      <dgm:spPr/>
      <dgm:t>
        <a:bodyPr/>
        <a:lstStyle/>
        <a:p>
          <a:r>
            <a:rPr lang="en-GB" b="1" dirty="0" err="1"/>
            <a:t>salaire</a:t>
          </a:r>
          <a:r>
            <a:rPr lang="en-GB" b="1" dirty="0"/>
            <a:t> </a:t>
          </a:r>
          <a:endParaRPr lang="en-US" b="1" dirty="0"/>
        </a:p>
      </dgm:t>
    </dgm:pt>
    <dgm:pt modelId="{DCF9F7FF-2EEB-47F8-B3D8-E548736157A4}" type="parTrans" cxnId="{0E03E854-7F25-448A-B029-DB66EE2872BD}">
      <dgm:prSet/>
      <dgm:spPr/>
      <dgm:t>
        <a:bodyPr/>
        <a:lstStyle/>
        <a:p>
          <a:endParaRPr lang="en-US"/>
        </a:p>
      </dgm:t>
    </dgm:pt>
    <dgm:pt modelId="{FA804F3C-ED08-4004-B0BA-FE9CC028BD6F}" type="sibTrans" cxnId="{0E03E854-7F25-448A-B029-DB66EE2872BD}">
      <dgm:prSet/>
      <dgm:spPr/>
      <dgm:t>
        <a:bodyPr/>
        <a:lstStyle/>
        <a:p>
          <a:endParaRPr lang="en-US"/>
        </a:p>
      </dgm:t>
    </dgm:pt>
    <dgm:pt modelId="{E6A311A6-9325-4F84-91DE-80FF7122B4A2}">
      <dgm:prSet/>
      <dgm:spPr/>
      <dgm:t>
        <a:bodyPr/>
        <a:lstStyle/>
        <a:p>
          <a:r>
            <a:rPr lang="en-GB" b="1" dirty="0" err="1"/>
            <a:t>nombre</a:t>
          </a:r>
          <a:r>
            <a:rPr lang="en-GB" b="1" dirty="0"/>
            <a:t> </a:t>
          </a:r>
          <a:r>
            <a:rPr lang="en-GB" b="1" dirty="0" err="1"/>
            <a:t>d’employés</a:t>
          </a:r>
          <a:r>
            <a:rPr lang="en-GB" b="1" dirty="0"/>
            <a:t> </a:t>
          </a:r>
          <a:endParaRPr lang="en-US" b="1" dirty="0"/>
        </a:p>
      </dgm:t>
    </dgm:pt>
    <dgm:pt modelId="{81A4AD58-67C4-4AA5-894E-81E26C92C8CB}" type="parTrans" cxnId="{5E2DF0F9-6FE4-41AB-8625-929C2E4AAFCD}">
      <dgm:prSet/>
      <dgm:spPr/>
      <dgm:t>
        <a:bodyPr/>
        <a:lstStyle/>
        <a:p>
          <a:endParaRPr lang="en-US"/>
        </a:p>
      </dgm:t>
    </dgm:pt>
    <dgm:pt modelId="{957391E1-1879-42AD-BC0C-40509D13C300}" type="sibTrans" cxnId="{5E2DF0F9-6FE4-41AB-8625-929C2E4AAFCD}">
      <dgm:prSet/>
      <dgm:spPr/>
      <dgm:t>
        <a:bodyPr/>
        <a:lstStyle/>
        <a:p>
          <a:endParaRPr lang="en-US"/>
        </a:p>
      </dgm:t>
    </dgm:pt>
    <dgm:pt modelId="{78023A54-BA48-42B1-AB16-B4B7F6F9D5D5}">
      <dgm:prSet/>
      <dgm:spPr/>
      <dgm:t>
        <a:bodyPr/>
        <a:lstStyle/>
        <a:p>
          <a:r>
            <a:rPr lang="en-GB" b="1"/>
            <a:t>Objectif : </a:t>
          </a:r>
          <a:r>
            <a:rPr lang="en-GB"/>
            <a:t>améliorer la performance du modèle</a:t>
          </a:r>
          <a:endParaRPr lang="en-US"/>
        </a:p>
      </dgm:t>
    </dgm:pt>
    <dgm:pt modelId="{CF57681D-360B-45E4-B1A6-F39B90CB2AC4}" type="parTrans" cxnId="{C448136D-70C1-415E-9EDD-4FA1E216B172}">
      <dgm:prSet/>
      <dgm:spPr/>
      <dgm:t>
        <a:bodyPr/>
        <a:lstStyle/>
        <a:p>
          <a:endParaRPr lang="en-US"/>
        </a:p>
      </dgm:t>
    </dgm:pt>
    <dgm:pt modelId="{5758CAF1-2524-4917-9339-041D7BDAC67B}" type="sibTrans" cxnId="{C448136D-70C1-415E-9EDD-4FA1E216B172}">
      <dgm:prSet/>
      <dgm:spPr/>
      <dgm:t>
        <a:bodyPr/>
        <a:lstStyle/>
        <a:p>
          <a:endParaRPr lang="en-US"/>
        </a:p>
      </dgm:t>
    </dgm:pt>
    <dgm:pt modelId="{FA650350-21F8-4883-ACB4-B96AD68CF53B}" type="pres">
      <dgm:prSet presAssocID="{2019E68D-31D8-4936-A771-D1A60D0B899F}" presName="root" presStyleCnt="0">
        <dgm:presLayoutVars>
          <dgm:dir/>
          <dgm:resizeHandles val="exact"/>
        </dgm:presLayoutVars>
      </dgm:prSet>
      <dgm:spPr/>
    </dgm:pt>
    <dgm:pt modelId="{80B3A32D-A0F0-4EB3-BD28-07CC637BB70B}" type="pres">
      <dgm:prSet presAssocID="{EA443958-F6F2-460D-B9EB-4E1B13CAAFF1}" presName="compNode" presStyleCnt="0"/>
      <dgm:spPr/>
    </dgm:pt>
    <dgm:pt modelId="{AB0BAEDC-1586-4A47-9EF2-3C56AB90577A}" type="pres">
      <dgm:prSet presAssocID="{EA443958-F6F2-460D-B9EB-4E1B13CAAFF1}" presName="bgRect" presStyleLbl="bgShp" presStyleIdx="0" presStyleCnt="5"/>
      <dgm:spPr/>
    </dgm:pt>
    <dgm:pt modelId="{F31BAE40-A1D0-49F3-883C-1197DCCBD1F3}" type="pres">
      <dgm:prSet presAssocID="{EA443958-F6F2-460D-B9EB-4E1B13CAAFF1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ine"/>
        </a:ext>
      </dgm:extLst>
    </dgm:pt>
    <dgm:pt modelId="{75C9C4E7-C73B-4B23-83A3-077C8FD8B814}" type="pres">
      <dgm:prSet presAssocID="{EA443958-F6F2-460D-B9EB-4E1B13CAAFF1}" presName="spaceRect" presStyleCnt="0"/>
      <dgm:spPr/>
    </dgm:pt>
    <dgm:pt modelId="{4D7E20D3-2E40-4028-9466-ECBC41DC05D3}" type="pres">
      <dgm:prSet presAssocID="{EA443958-F6F2-460D-B9EB-4E1B13CAAFF1}" presName="parTx" presStyleLbl="revTx" presStyleIdx="0" presStyleCnt="8">
        <dgm:presLayoutVars>
          <dgm:chMax val="0"/>
          <dgm:chPref val="0"/>
        </dgm:presLayoutVars>
      </dgm:prSet>
      <dgm:spPr/>
    </dgm:pt>
    <dgm:pt modelId="{20F45648-A32E-42C8-8912-085FAC8B1268}" type="pres">
      <dgm:prSet presAssocID="{08C5EE63-A1AE-4BE2-884E-63C7FA695D08}" presName="sibTrans" presStyleCnt="0"/>
      <dgm:spPr/>
    </dgm:pt>
    <dgm:pt modelId="{577CF5F2-C19A-4E65-9E50-25F71EE0DF23}" type="pres">
      <dgm:prSet presAssocID="{46155BBA-AC5F-4C82-A3BD-B906D042D1D7}" presName="compNode" presStyleCnt="0"/>
      <dgm:spPr/>
    </dgm:pt>
    <dgm:pt modelId="{9EFC1E4C-7145-490B-8145-CE73FB0355C9}" type="pres">
      <dgm:prSet presAssocID="{46155BBA-AC5F-4C82-A3BD-B906D042D1D7}" presName="bgRect" presStyleLbl="bgShp" presStyleIdx="1" presStyleCnt="5"/>
      <dgm:spPr/>
    </dgm:pt>
    <dgm:pt modelId="{65021049-EAD7-4574-95E9-F54952599E17}" type="pres">
      <dgm:prSet presAssocID="{46155BBA-AC5F-4C82-A3BD-B906D042D1D7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érarchie"/>
        </a:ext>
      </dgm:extLst>
    </dgm:pt>
    <dgm:pt modelId="{1060CF1C-1AEA-4500-A272-091CF25AB04F}" type="pres">
      <dgm:prSet presAssocID="{46155BBA-AC5F-4C82-A3BD-B906D042D1D7}" presName="spaceRect" presStyleCnt="0"/>
      <dgm:spPr/>
    </dgm:pt>
    <dgm:pt modelId="{3E93A4E8-D892-4FB6-95D5-1743FAEE00CA}" type="pres">
      <dgm:prSet presAssocID="{46155BBA-AC5F-4C82-A3BD-B906D042D1D7}" presName="parTx" presStyleLbl="revTx" presStyleIdx="1" presStyleCnt="8">
        <dgm:presLayoutVars>
          <dgm:chMax val="0"/>
          <dgm:chPref val="0"/>
        </dgm:presLayoutVars>
      </dgm:prSet>
      <dgm:spPr/>
    </dgm:pt>
    <dgm:pt modelId="{81B7AA4F-703C-4776-829F-AAA83179E4A1}" type="pres">
      <dgm:prSet presAssocID="{46155BBA-AC5F-4C82-A3BD-B906D042D1D7}" presName="desTx" presStyleLbl="revTx" presStyleIdx="2" presStyleCnt="8">
        <dgm:presLayoutVars/>
      </dgm:prSet>
      <dgm:spPr/>
    </dgm:pt>
    <dgm:pt modelId="{8CD5D7E9-A633-4DA2-9940-EE7F9BA746DC}" type="pres">
      <dgm:prSet presAssocID="{81FB0D1F-B032-4B13-A07A-7A6DFAACD760}" presName="sibTrans" presStyleCnt="0"/>
      <dgm:spPr/>
    </dgm:pt>
    <dgm:pt modelId="{E414E832-1CD8-40D1-9998-8BDE1F2769E8}" type="pres">
      <dgm:prSet presAssocID="{720861CC-4D23-4CFA-9D6F-0E5D4BCA318B}" presName="compNode" presStyleCnt="0"/>
      <dgm:spPr/>
    </dgm:pt>
    <dgm:pt modelId="{87F618FA-CC89-4BFE-A3D2-3F82F9338098}" type="pres">
      <dgm:prSet presAssocID="{720861CC-4D23-4CFA-9D6F-0E5D4BCA318B}" presName="bgRect" presStyleLbl="bgShp" presStyleIdx="2" presStyleCnt="5"/>
      <dgm:spPr/>
    </dgm:pt>
    <dgm:pt modelId="{7B1C7CC9-1432-4822-AD80-C4DE284363B8}" type="pres">
      <dgm:prSet presAssocID="{720861CC-4D23-4CFA-9D6F-0E5D4BCA318B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de-barres"/>
        </a:ext>
      </dgm:extLst>
    </dgm:pt>
    <dgm:pt modelId="{E737F1E4-505A-4FBE-85C3-60EC96205C5C}" type="pres">
      <dgm:prSet presAssocID="{720861CC-4D23-4CFA-9D6F-0E5D4BCA318B}" presName="spaceRect" presStyleCnt="0"/>
      <dgm:spPr/>
    </dgm:pt>
    <dgm:pt modelId="{BB3F7DCD-CEF5-4205-9890-921078D2EA45}" type="pres">
      <dgm:prSet presAssocID="{720861CC-4D23-4CFA-9D6F-0E5D4BCA318B}" presName="parTx" presStyleLbl="revTx" presStyleIdx="3" presStyleCnt="8">
        <dgm:presLayoutVars>
          <dgm:chMax val="0"/>
          <dgm:chPref val="0"/>
        </dgm:presLayoutVars>
      </dgm:prSet>
      <dgm:spPr/>
    </dgm:pt>
    <dgm:pt modelId="{E340BA1D-1472-468A-A6F2-059B544B4DAF}" type="pres">
      <dgm:prSet presAssocID="{720861CC-4D23-4CFA-9D6F-0E5D4BCA318B}" presName="desTx" presStyleLbl="revTx" presStyleIdx="4" presStyleCnt="8">
        <dgm:presLayoutVars/>
      </dgm:prSet>
      <dgm:spPr/>
    </dgm:pt>
    <dgm:pt modelId="{77317A63-2AEC-4045-836D-D2D1233D730D}" type="pres">
      <dgm:prSet presAssocID="{6B6C51D0-5F73-4F2C-B45A-349FDA821A0B}" presName="sibTrans" presStyleCnt="0"/>
      <dgm:spPr/>
    </dgm:pt>
    <dgm:pt modelId="{1C84CC5C-0961-4C8C-BFF9-4F0CF1691179}" type="pres">
      <dgm:prSet presAssocID="{6E85F09F-32BD-4A48-8C38-FE19A271E0CE}" presName="compNode" presStyleCnt="0"/>
      <dgm:spPr/>
    </dgm:pt>
    <dgm:pt modelId="{46051D26-3C9E-4427-8745-51AD3A713176}" type="pres">
      <dgm:prSet presAssocID="{6E85F09F-32BD-4A48-8C38-FE19A271E0CE}" presName="bgRect" presStyleLbl="bgShp" presStyleIdx="3" presStyleCnt="5"/>
      <dgm:spPr/>
    </dgm:pt>
    <dgm:pt modelId="{CFE4522F-E61E-47D6-8452-B4E8E43BC868}" type="pres">
      <dgm:prSet presAssocID="{6E85F09F-32BD-4A48-8C38-FE19A271E0CE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gent"/>
        </a:ext>
      </dgm:extLst>
    </dgm:pt>
    <dgm:pt modelId="{49DE3012-AA5E-4417-A250-1785393E7117}" type="pres">
      <dgm:prSet presAssocID="{6E85F09F-32BD-4A48-8C38-FE19A271E0CE}" presName="spaceRect" presStyleCnt="0"/>
      <dgm:spPr/>
    </dgm:pt>
    <dgm:pt modelId="{B3657EE0-BD09-4FF4-AF3D-55AD290AD50A}" type="pres">
      <dgm:prSet presAssocID="{6E85F09F-32BD-4A48-8C38-FE19A271E0CE}" presName="parTx" presStyleLbl="revTx" presStyleIdx="5" presStyleCnt="8">
        <dgm:presLayoutVars>
          <dgm:chMax val="0"/>
          <dgm:chPref val="0"/>
        </dgm:presLayoutVars>
      </dgm:prSet>
      <dgm:spPr/>
    </dgm:pt>
    <dgm:pt modelId="{7C7DCD11-A09A-4866-8C28-5BBD56A072E2}" type="pres">
      <dgm:prSet presAssocID="{6E85F09F-32BD-4A48-8C38-FE19A271E0CE}" presName="desTx" presStyleLbl="revTx" presStyleIdx="6" presStyleCnt="8">
        <dgm:presLayoutVars/>
      </dgm:prSet>
      <dgm:spPr/>
    </dgm:pt>
    <dgm:pt modelId="{86B63388-49EF-42EA-9B17-C7C63002ECFD}" type="pres">
      <dgm:prSet presAssocID="{8429F1B7-B3F4-400F-9895-C0B030BA12DC}" presName="sibTrans" presStyleCnt="0"/>
      <dgm:spPr/>
    </dgm:pt>
    <dgm:pt modelId="{71C1E13F-A0FB-4C70-9200-3134DC042DD9}" type="pres">
      <dgm:prSet presAssocID="{78023A54-BA48-42B1-AB16-B4B7F6F9D5D5}" presName="compNode" presStyleCnt="0"/>
      <dgm:spPr/>
    </dgm:pt>
    <dgm:pt modelId="{26FD09CE-DF2E-473A-AE23-8153AA8A6BB3}" type="pres">
      <dgm:prSet presAssocID="{78023A54-BA48-42B1-AB16-B4B7F6F9D5D5}" presName="bgRect" presStyleLbl="bgShp" presStyleIdx="4" presStyleCnt="5"/>
      <dgm:spPr/>
    </dgm:pt>
    <dgm:pt modelId="{4190F0C8-83C3-4B05-8103-BBB079B5B83F}" type="pres">
      <dgm:prSet presAssocID="{78023A54-BA48-42B1-AB16-B4B7F6F9D5D5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lle"/>
        </a:ext>
      </dgm:extLst>
    </dgm:pt>
    <dgm:pt modelId="{F7FE436A-5F5D-4882-9FA3-80B215D26706}" type="pres">
      <dgm:prSet presAssocID="{78023A54-BA48-42B1-AB16-B4B7F6F9D5D5}" presName="spaceRect" presStyleCnt="0"/>
      <dgm:spPr/>
    </dgm:pt>
    <dgm:pt modelId="{0289AD1D-CECE-423D-8536-4BB9DA8EFA3F}" type="pres">
      <dgm:prSet presAssocID="{78023A54-BA48-42B1-AB16-B4B7F6F9D5D5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C3B00A04-251C-4248-9952-F06C65156FE6}" srcId="{2019E68D-31D8-4936-A771-D1A60D0B899F}" destId="{46155BBA-AC5F-4C82-A3BD-B906D042D1D7}" srcOrd="1" destOrd="0" parTransId="{2717B60F-AFFC-49D1-9DA6-D845E365BDCE}" sibTransId="{81FB0D1F-B032-4B13-A07A-7A6DFAACD760}"/>
    <dgm:cxn modelId="{69B4BD04-C9D0-45B9-95CF-2208A3253F9B}" type="presOf" srcId="{D053D07D-D6DA-4CBB-9036-0C0403120FE7}" destId="{81B7AA4F-703C-4776-829F-AAA83179E4A1}" srcOrd="0" destOrd="1" presId="urn:microsoft.com/office/officeart/2018/2/layout/IconVerticalSolidList"/>
    <dgm:cxn modelId="{D025A60E-3F84-4CD4-91F7-EB2CCA5441E0}" srcId="{720861CC-4D23-4CFA-9D6F-0E5D4BCA318B}" destId="{0C14A151-EBF1-437B-BEBD-BB7DCEC83342}" srcOrd="0" destOrd="0" parTransId="{75A97911-4BE5-40E7-AECC-B30A6A30EF85}" sibTransId="{F102D7FC-4F85-4E04-9432-38C1C5A4087B}"/>
    <dgm:cxn modelId="{63133D22-D430-4196-8AF3-2A1FEBE8E3A4}" type="presOf" srcId="{720861CC-4D23-4CFA-9D6F-0E5D4BCA318B}" destId="{BB3F7DCD-CEF5-4205-9890-921078D2EA45}" srcOrd="0" destOrd="0" presId="urn:microsoft.com/office/officeart/2018/2/layout/IconVerticalSolidList"/>
    <dgm:cxn modelId="{A11AE523-2A09-46E7-86DE-5591FF06B74E}" type="presOf" srcId="{6E85F09F-32BD-4A48-8C38-FE19A271E0CE}" destId="{B3657EE0-BD09-4FF4-AF3D-55AD290AD50A}" srcOrd="0" destOrd="0" presId="urn:microsoft.com/office/officeart/2018/2/layout/IconVerticalSolidList"/>
    <dgm:cxn modelId="{34063F30-4580-4DC3-BF14-376F196D3D5F}" type="presOf" srcId="{E6A311A6-9325-4F84-91DE-80FF7122B4A2}" destId="{7C7DCD11-A09A-4866-8C28-5BBD56A072E2}" srcOrd="0" destOrd="1" presId="urn:microsoft.com/office/officeart/2018/2/layout/IconVerticalSolidList"/>
    <dgm:cxn modelId="{7E96C134-CFED-4419-982B-C3B4664D2501}" srcId="{46155BBA-AC5F-4C82-A3BD-B906D042D1D7}" destId="{FAB90C45-97BD-4317-A4EE-F6D1FBBA5BB6}" srcOrd="0" destOrd="0" parTransId="{83590AB0-75DB-4C26-857D-223DB0289C08}" sibTransId="{5DC07BAE-5FC7-4938-A349-670FC6CC37A4}"/>
    <dgm:cxn modelId="{86690937-5C85-46D2-9342-D4ABC32F7833}" srcId="{46155BBA-AC5F-4C82-A3BD-B906D042D1D7}" destId="{5654EB39-3734-45FB-85AA-823EB00262DA}" srcOrd="3" destOrd="0" parTransId="{CD405D9C-E1E7-4202-B07F-5C4F8F7D3666}" sibTransId="{9C67E91D-468B-4A07-86E4-5F33D8DD8DFA}"/>
    <dgm:cxn modelId="{8187EA38-25DC-4EB3-B0D5-5EFF28CE7BD7}" type="presOf" srcId="{78023A54-BA48-42B1-AB16-B4B7F6F9D5D5}" destId="{0289AD1D-CECE-423D-8536-4BB9DA8EFA3F}" srcOrd="0" destOrd="0" presId="urn:microsoft.com/office/officeart/2018/2/layout/IconVerticalSolidList"/>
    <dgm:cxn modelId="{D3546C3B-49AF-4C1C-9C21-E1C922F5452F}" type="presOf" srcId="{FAB90C45-97BD-4317-A4EE-F6D1FBBA5BB6}" destId="{81B7AA4F-703C-4776-829F-AAA83179E4A1}" srcOrd="0" destOrd="0" presId="urn:microsoft.com/office/officeart/2018/2/layout/IconVerticalSolidList"/>
    <dgm:cxn modelId="{C3478642-C1C5-45EE-B502-4F8EB008C469}" type="presOf" srcId="{F7C22A5E-441F-494F-AB91-AAA3F218D603}" destId="{81B7AA4F-703C-4776-829F-AAA83179E4A1}" srcOrd="0" destOrd="2" presId="urn:microsoft.com/office/officeart/2018/2/layout/IconVerticalSolidList"/>
    <dgm:cxn modelId="{FE9CF542-C35C-444E-9AC1-6DD75B690829}" type="presOf" srcId="{EA443958-F6F2-460D-B9EB-4E1B13CAAFF1}" destId="{4D7E20D3-2E40-4028-9466-ECBC41DC05D3}" srcOrd="0" destOrd="0" presId="urn:microsoft.com/office/officeart/2018/2/layout/IconVerticalSolidList"/>
    <dgm:cxn modelId="{955C5163-1990-4A80-A54F-E370254BA165}" type="presOf" srcId="{818CAC6E-BE71-4A2F-BF65-E180652B8DE8}" destId="{7C7DCD11-A09A-4866-8C28-5BBD56A072E2}" srcOrd="0" destOrd="0" presId="urn:microsoft.com/office/officeart/2018/2/layout/IconVerticalSolidList"/>
    <dgm:cxn modelId="{F710916A-4FB7-42C9-8FA8-A3C38C8C36E1}" type="presOf" srcId="{2019E68D-31D8-4936-A771-D1A60D0B899F}" destId="{FA650350-21F8-4883-ACB4-B96AD68CF53B}" srcOrd="0" destOrd="0" presId="urn:microsoft.com/office/officeart/2018/2/layout/IconVerticalSolidList"/>
    <dgm:cxn modelId="{C448136D-70C1-415E-9EDD-4FA1E216B172}" srcId="{2019E68D-31D8-4936-A771-D1A60D0B899F}" destId="{78023A54-BA48-42B1-AB16-B4B7F6F9D5D5}" srcOrd="4" destOrd="0" parTransId="{CF57681D-360B-45E4-B1A6-F39B90CB2AC4}" sibTransId="{5758CAF1-2524-4917-9339-041D7BDAC67B}"/>
    <dgm:cxn modelId="{0E03E854-7F25-448A-B029-DB66EE2872BD}" srcId="{6E85F09F-32BD-4A48-8C38-FE19A271E0CE}" destId="{818CAC6E-BE71-4A2F-BF65-E180652B8DE8}" srcOrd="0" destOrd="0" parTransId="{DCF9F7FF-2EEB-47F8-B3D8-E548736157A4}" sibTransId="{FA804F3C-ED08-4004-B0BA-FE9CC028BD6F}"/>
    <dgm:cxn modelId="{C5096C59-8197-49E9-B399-347B0639DF2D}" type="presOf" srcId="{0C14A151-EBF1-437B-BEBD-BB7DCEC83342}" destId="{E340BA1D-1472-468A-A6F2-059B544B4DAF}" srcOrd="0" destOrd="0" presId="urn:microsoft.com/office/officeart/2018/2/layout/IconVerticalSolidList"/>
    <dgm:cxn modelId="{5768957A-B36F-4B6D-9A24-1A995D80B7E6}" srcId="{2019E68D-31D8-4936-A771-D1A60D0B899F}" destId="{720861CC-4D23-4CFA-9D6F-0E5D4BCA318B}" srcOrd="2" destOrd="0" parTransId="{53883B3A-24D5-4C78-B99C-E827C629CF05}" sibTransId="{6B6C51D0-5F73-4F2C-B45A-349FDA821A0B}"/>
    <dgm:cxn modelId="{B2F39780-7392-4028-9996-5A82406BD62F}" srcId="{2019E68D-31D8-4936-A771-D1A60D0B899F}" destId="{6E85F09F-32BD-4A48-8C38-FE19A271E0CE}" srcOrd="3" destOrd="0" parTransId="{7F5D5207-C5E5-44DF-9063-842D621093E1}" sibTransId="{8429F1B7-B3F4-400F-9895-C0B030BA12DC}"/>
    <dgm:cxn modelId="{4FC3EB80-B1BA-493D-9C01-833935960270}" srcId="{2019E68D-31D8-4936-A771-D1A60D0B899F}" destId="{EA443958-F6F2-460D-B9EB-4E1B13CAAFF1}" srcOrd="0" destOrd="0" parTransId="{BA59394C-29EA-49FC-B0F6-410DCE9823BB}" sibTransId="{08C5EE63-A1AE-4BE2-884E-63C7FA695D08}"/>
    <dgm:cxn modelId="{F8081BAD-ACE3-452F-AEF8-C0FC4A625E69}" srcId="{46155BBA-AC5F-4C82-A3BD-B906D042D1D7}" destId="{D053D07D-D6DA-4CBB-9036-0C0403120FE7}" srcOrd="1" destOrd="0" parTransId="{839BBC1D-DDB9-41E5-ABAB-9E45B8FB7C74}" sibTransId="{9BA26F13-C383-44AC-AFE7-C72F6E5DA9F0}"/>
    <dgm:cxn modelId="{A413C2B6-AE37-4536-A94A-A0AEC2501DF4}" type="presOf" srcId="{5654EB39-3734-45FB-85AA-823EB00262DA}" destId="{81B7AA4F-703C-4776-829F-AAA83179E4A1}" srcOrd="0" destOrd="3" presId="urn:microsoft.com/office/officeart/2018/2/layout/IconVerticalSolidList"/>
    <dgm:cxn modelId="{400C58EA-0498-469C-8521-5F70711DA4C0}" type="presOf" srcId="{46155BBA-AC5F-4C82-A3BD-B906D042D1D7}" destId="{3E93A4E8-D892-4FB6-95D5-1743FAEE00CA}" srcOrd="0" destOrd="0" presId="urn:microsoft.com/office/officeart/2018/2/layout/IconVerticalSolidList"/>
    <dgm:cxn modelId="{934EB5EA-3A51-4D32-9511-E2A1F21012E2}" srcId="{46155BBA-AC5F-4C82-A3BD-B906D042D1D7}" destId="{F7C22A5E-441F-494F-AB91-AAA3F218D603}" srcOrd="2" destOrd="0" parTransId="{85387DC1-5533-4257-A08E-2A30A3C93FBF}" sibTransId="{72C2B0BA-2A1C-4DD5-A646-EED2825DFE67}"/>
    <dgm:cxn modelId="{5E2DF0F9-6FE4-41AB-8625-929C2E4AAFCD}" srcId="{6E85F09F-32BD-4A48-8C38-FE19A271E0CE}" destId="{E6A311A6-9325-4F84-91DE-80FF7122B4A2}" srcOrd="1" destOrd="0" parTransId="{81A4AD58-67C4-4AA5-894E-81E26C92C8CB}" sibTransId="{957391E1-1879-42AD-BC0C-40509D13C300}"/>
    <dgm:cxn modelId="{0995DCEB-0AD0-442F-AAD7-59DE47304C35}" type="presParOf" srcId="{FA650350-21F8-4883-ACB4-B96AD68CF53B}" destId="{80B3A32D-A0F0-4EB3-BD28-07CC637BB70B}" srcOrd="0" destOrd="0" presId="urn:microsoft.com/office/officeart/2018/2/layout/IconVerticalSolidList"/>
    <dgm:cxn modelId="{E15DBB74-A4A7-45CE-A054-2A89FECC6B24}" type="presParOf" srcId="{80B3A32D-A0F0-4EB3-BD28-07CC637BB70B}" destId="{AB0BAEDC-1586-4A47-9EF2-3C56AB90577A}" srcOrd="0" destOrd="0" presId="urn:microsoft.com/office/officeart/2018/2/layout/IconVerticalSolidList"/>
    <dgm:cxn modelId="{A90BC484-B14C-4FAD-A93E-5E961FFE858E}" type="presParOf" srcId="{80B3A32D-A0F0-4EB3-BD28-07CC637BB70B}" destId="{F31BAE40-A1D0-49F3-883C-1197DCCBD1F3}" srcOrd="1" destOrd="0" presId="urn:microsoft.com/office/officeart/2018/2/layout/IconVerticalSolidList"/>
    <dgm:cxn modelId="{828720FB-162F-4A42-AFAA-E7911B83DDE8}" type="presParOf" srcId="{80B3A32D-A0F0-4EB3-BD28-07CC637BB70B}" destId="{75C9C4E7-C73B-4B23-83A3-077C8FD8B814}" srcOrd="2" destOrd="0" presId="urn:microsoft.com/office/officeart/2018/2/layout/IconVerticalSolidList"/>
    <dgm:cxn modelId="{489DC1C4-448A-472D-B6AD-7DCC3EA4866A}" type="presParOf" srcId="{80B3A32D-A0F0-4EB3-BD28-07CC637BB70B}" destId="{4D7E20D3-2E40-4028-9466-ECBC41DC05D3}" srcOrd="3" destOrd="0" presId="urn:microsoft.com/office/officeart/2018/2/layout/IconVerticalSolidList"/>
    <dgm:cxn modelId="{7DA1C356-D79D-4EE4-B76E-FE5A82548463}" type="presParOf" srcId="{FA650350-21F8-4883-ACB4-B96AD68CF53B}" destId="{20F45648-A32E-42C8-8912-085FAC8B1268}" srcOrd="1" destOrd="0" presId="urn:microsoft.com/office/officeart/2018/2/layout/IconVerticalSolidList"/>
    <dgm:cxn modelId="{CD139B7A-81BF-4495-A581-CD9D4862B031}" type="presParOf" srcId="{FA650350-21F8-4883-ACB4-B96AD68CF53B}" destId="{577CF5F2-C19A-4E65-9E50-25F71EE0DF23}" srcOrd="2" destOrd="0" presId="urn:microsoft.com/office/officeart/2018/2/layout/IconVerticalSolidList"/>
    <dgm:cxn modelId="{0F0C2A09-3AE6-4BF9-A943-DAFB0600FD52}" type="presParOf" srcId="{577CF5F2-C19A-4E65-9E50-25F71EE0DF23}" destId="{9EFC1E4C-7145-490B-8145-CE73FB0355C9}" srcOrd="0" destOrd="0" presId="urn:microsoft.com/office/officeart/2018/2/layout/IconVerticalSolidList"/>
    <dgm:cxn modelId="{D138701F-F8C5-4D92-AE9A-6EEAFA364819}" type="presParOf" srcId="{577CF5F2-C19A-4E65-9E50-25F71EE0DF23}" destId="{65021049-EAD7-4574-95E9-F54952599E17}" srcOrd="1" destOrd="0" presId="urn:microsoft.com/office/officeart/2018/2/layout/IconVerticalSolidList"/>
    <dgm:cxn modelId="{56849AA6-FA89-41D3-A763-238B4F3D8932}" type="presParOf" srcId="{577CF5F2-C19A-4E65-9E50-25F71EE0DF23}" destId="{1060CF1C-1AEA-4500-A272-091CF25AB04F}" srcOrd="2" destOrd="0" presId="urn:microsoft.com/office/officeart/2018/2/layout/IconVerticalSolidList"/>
    <dgm:cxn modelId="{CBB140C6-FFE5-40DD-BC3F-39C3E8FD766B}" type="presParOf" srcId="{577CF5F2-C19A-4E65-9E50-25F71EE0DF23}" destId="{3E93A4E8-D892-4FB6-95D5-1743FAEE00CA}" srcOrd="3" destOrd="0" presId="urn:microsoft.com/office/officeart/2018/2/layout/IconVerticalSolidList"/>
    <dgm:cxn modelId="{71432727-9566-4C07-BEBA-DCEC8BC52F5B}" type="presParOf" srcId="{577CF5F2-C19A-4E65-9E50-25F71EE0DF23}" destId="{81B7AA4F-703C-4776-829F-AAA83179E4A1}" srcOrd="4" destOrd="0" presId="urn:microsoft.com/office/officeart/2018/2/layout/IconVerticalSolidList"/>
    <dgm:cxn modelId="{A72EB077-1F6C-4B7A-8EDD-053A6FB3DBA7}" type="presParOf" srcId="{FA650350-21F8-4883-ACB4-B96AD68CF53B}" destId="{8CD5D7E9-A633-4DA2-9940-EE7F9BA746DC}" srcOrd="3" destOrd="0" presId="urn:microsoft.com/office/officeart/2018/2/layout/IconVerticalSolidList"/>
    <dgm:cxn modelId="{565C2FE7-AD2A-4D49-9130-541C9F3D6A63}" type="presParOf" srcId="{FA650350-21F8-4883-ACB4-B96AD68CF53B}" destId="{E414E832-1CD8-40D1-9998-8BDE1F2769E8}" srcOrd="4" destOrd="0" presId="urn:microsoft.com/office/officeart/2018/2/layout/IconVerticalSolidList"/>
    <dgm:cxn modelId="{71D98D41-2897-4A0B-965C-EE7EB3C64ABA}" type="presParOf" srcId="{E414E832-1CD8-40D1-9998-8BDE1F2769E8}" destId="{87F618FA-CC89-4BFE-A3D2-3F82F9338098}" srcOrd="0" destOrd="0" presId="urn:microsoft.com/office/officeart/2018/2/layout/IconVerticalSolidList"/>
    <dgm:cxn modelId="{4C5D9EF7-8C23-4B19-A944-5AAD90EE11D4}" type="presParOf" srcId="{E414E832-1CD8-40D1-9998-8BDE1F2769E8}" destId="{7B1C7CC9-1432-4822-AD80-C4DE284363B8}" srcOrd="1" destOrd="0" presId="urn:microsoft.com/office/officeart/2018/2/layout/IconVerticalSolidList"/>
    <dgm:cxn modelId="{D11E3CE6-9E0F-405A-A577-215181C19109}" type="presParOf" srcId="{E414E832-1CD8-40D1-9998-8BDE1F2769E8}" destId="{E737F1E4-505A-4FBE-85C3-60EC96205C5C}" srcOrd="2" destOrd="0" presId="urn:microsoft.com/office/officeart/2018/2/layout/IconVerticalSolidList"/>
    <dgm:cxn modelId="{BAF06AB5-7DD0-41BC-952D-E119BD9F3A25}" type="presParOf" srcId="{E414E832-1CD8-40D1-9998-8BDE1F2769E8}" destId="{BB3F7DCD-CEF5-4205-9890-921078D2EA45}" srcOrd="3" destOrd="0" presId="urn:microsoft.com/office/officeart/2018/2/layout/IconVerticalSolidList"/>
    <dgm:cxn modelId="{2195BB02-6267-4B71-8823-10918AF12ECB}" type="presParOf" srcId="{E414E832-1CD8-40D1-9998-8BDE1F2769E8}" destId="{E340BA1D-1472-468A-A6F2-059B544B4DAF}" srcOrd="4" destOrd="0" presId="urn:microsoft.com/office/officeart/2018/2/layout/IconVerticalSolidList"/>
    <dgm:cxn modelId="{73574349-C291-4078-8560-A9CD19A1DF2F}" type="presParOf" srcId="{FA650350-21F8-4883-ACB4-B96AD68CF53B}" destId="{77317A63-2AEC-4045-836D-D2D1233D730D}" srcOrd="5" destOrd="0" presId="urn:microsoft.com/office/officeart/2018/2/layout/IconVerticalSolidList"/>
    <dgm:cxn modelId="{A7E33252-2BCC-44C9-8513-7FF1703E3DE3}" type="presParOf" srcId="{FA650350-21F8-4883-ACB4-B96AD68CF53B}" destId="{1C84CC5C-0961-4C8C-BFF9-4F0CF1691179}" srcOrd="6" destOrd="0" presId="urn:microsoft.com/office/officeart/2018/2/layout/IconVerticalSolidList"/>
    <dgm:cxn modelId="{08461013-0D34-40B9-B72C-720970403A53}" type="presParOf" srcId="{1C84CC5C-0961-4C8C-BFF9-4F0CF1691179}" destId="{46051D26-3C9E-4427-8745-51AD3A713176}" srcOrd="0" destOrd="0" presId="urn:microsoft.com/office/officeart/2018/2/layout/IconVerticalSolidList"/>
    <dgm:cxn modelId="{BDE6F696-E765-4C8A-9092-5D490F50ACA1}" type="presParOf" srcId="{1C84CC5C-0961-4C8C-BFF9-4F0CF1691179}" destId="{CFE4522F-E61E-47D6-8452-B4E8E43BC868}" srcOrd="1" destOrd="0" presId="urn:microsoft.com/office/officeart/2018/2/layout/IconVerticalSolidList"/>
    <dgm:cxn modelId="{920A598A-1C76-4E8C-B385-D19ACFC0BEA7}" type="presParOf" srcId="{1C84CC5C-0961-4C8C-BFF9-4F0CF1691179}" destId="{49DE3012-AA5E-4417-A250-1785393E7117}" srcOrd="2" destOrd="0" presId="urn:microsoft.com/office/officeart/2018/2/layout/IconVerticalSolidList"/>
    <dgm:cxn modelId="{4D617696-FDDD-49F0-84C5-067E697C5B29}" type="presParOf" srcId="{1C84CC5C-0961-4C8C-BFF9-4F0CF1691179}" destId="{B3657EE0-BD09-4FF4-AF3D-55AD290AD50A}" srcOrd="3" destOrd="0" presId="urn:microsoft.com/office/officeart/2018/2/layout/IconVerticalSolidList"/>
    <dgm:cxn modelId="{50BD5E51-1306-4281-ABCB-D1A8164E8752}" type="presParOf" srcId="{1C84CC5C-0961-4C8C-BFF9-4F0CF1691179}" destId="{7C7DCD11-A09A-4866-8C28-5BBD56A072E2}" srcOrd="4" destOrd="0" presId="urn:microsoft.com/office/officeart/2018/2/layout/IconVerticalSolidList"/>
    <dgm:cxn modelId="{7CB4EEE0-62C5-4B1B-A710-E10CCE3EC075}" type="presParOf" srcId="{FA650350-21F8-4883-ACB4-B96AD68CF53B}" destId="{86B63388-49EF-42EA-9B17-C7C63002ECFD}" srcOrd="7" destOrd="0" presId="urn:microsoft.com/office/officeart/2018/2/layout/IconVerticalSolidList"/>
    <dgm:cxn modelId="{3B9F9123-5DE7-4D38-ADA3-FE5B973E2510}" type="presParOf" srcId="{FA650350-21F8-4883-ACB4-B96AD68CF53B}" destId="{71C1E13F-A0FB-4C70-9200-3134DC042DD9}" srcOrd="8" destOrd="0" presId="urn:microsoft.com/office/officeart/2018/2/layout/IconVerticalSolidList"/>
    <dgm:cxn modelId="{8BB8CEF4-3E77-43D2-A56E-67CFE65C9143}" type="presParOf" srcId="{71C1E13F-A0FB-4C70-9200-3134DC042DD9}" destId="{26FD09CE-DF2E-473A-AE23-8153AA8A6BB3}" srcOrd="0" destOrd="0" presId="urn:microsoft.com/office/officeart/2018/2/layout/IconVerticalSolidList"/>
    <dgm:cxn modelId="{038B2161-D2DF-4B03-ACBA-45C2A5ECE429}" type="presParOf" srcId="{71C1E13F-A0FB-4C70-9200-3134DC042DD9}" destId="{4190F0C8-83C3-4B05-8103-BBB079B5B83F}" srcOrd="1" destOrd="0" presId="urn:microsoft.com/office/officeart/2018/2/layout/IconVerticalSolidList"/>
    <dgm:cxn modelId="{EF518D1E-5371-462D-AD50-05AF1E0E5EEB}" type="presParOf" srcId="{71C1E13F-A0FB-4C70-9200-3134DC042DD9}" destId="{F7FE436A-5F5D-4882-9FA3-80B215D26706}" srcOrd="2" destOrd="0" presId="urn:microsoft.com/office/officeart/2018/2/layout/IconVerticalSolidList"/>
    <dgm:cxn modelId="{4CC69CF2-1D6F-4750-8EDF-617E620D71C3}" type="presParOf" srcId="{71C1E13F-A0FB-4C70-9200-3134DC042DD9}" destId="{0289AD1D-CECE-423D-8536-4BB9DA8EFA3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9ED5D2-6322-47DF-B39D-E854431385DA}">
      <dsp:nvSpPr>
        <dsp:cNvPr id="0" name=""/>
        <dsp:cNvSpPr/>
      </dsp:nvSpPr>
      <dsp:spPr>
        <a:xfrm>
          <a:off x="0" y="0"/>
          <a:ext cx="67976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50B348-20D8-41A9-90ED-B8EB31A4BD26}">
      <dsp:nvSpPr>
        <dsp:cNvPr id="0" name=""/>
        <dsp:cNvSpPr/>
      </dsp:nvSpPr>
      <dsp:spPr>
        <a:xfrm>
          <a:off x="0" y="0"/>
          <a:ext cx="6797675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b="1" kern="1200"/>
            <a:t>Objectif du projet</a:t>
          </a:r>
          <a:endParaRPr lang="en-US" sz="2700" kern="1200"/>
        </a:p>
      </dsp:txBody>
      <dsp:txXfrm>
        <a:off x="0" y="0"/>
        <a:ext cx="6797675" cy="1412477"/>
      </dsp:txXfrm>
    </dsp:sp>
    <dsp:sp modelId="{0023FE78-3157-4615-BEDB-8F426008A858}">
      <dsp:nvSpPr>
        <dsp:cNvPr id="0" name=""/>
        <dsp:cNvSpPr/>
      </dsp:nvSpPr>
      <dsp:spPr>
        <a:xfrm>
          <a:off x="0" y="1412478"/>
          <a:ext cx="6797675" cy="0"/>
        </a:xfrm>
        <a:prstGeom prst="line">
          <a:avLst/>
        </a:prstGeom>
        <a:solidFill>
          <a:schemeClr val="accent2">
            <a:hueOff val="-922649"/>
            <a:satOff val="-530"/>
            <a:lumOff val="1438"/>
            <a:alphaOff val="0"/>
          </a:schemeClr>
        </a:solidFill>
        <a:ln w="15875" cap="flat" cmpd="sng" algn="ctr">
          <a:solidFill>
            <a:schemeClr val="accent2">
              <a:hueOff val="-922649"/>
              <a:satOff val="-530"/>
              <a:lumOff val="143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695A75-9BD5-45D6-9C61-896B06E001AF}">
      <dsp:nvSpPr>
        <dsp:cNvPr id="0" name=""/>
        <dsp:cNvSpPr/>
      </dsp:nvSpPr>
      <dsp:spPr>
        <a:xfrm>
          <a:off x="0" y="1412477"/>
          <a:ext cx="6797675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/>
            <a:t>L’automatisation impacte de nombreux métiers </a:t>
          </a:r>
          <a:endParaRPr lang="en-US" sz="2700" kern="1200"/>
        </a:p>
      </dsp:txBody>
      <dsp:txXfrm>
        <a:off x="0" y="1412477"/>
        <a:ext cx="6797675" cy="1412477"/>
      </dsp:txXfrm>
    </dsp:sp>
    <dsp:sp modelId="{3F7E6BCE-9B96-4EE8-A1B3-4C894D6A539F}">
      <dsp:nvSpPr>
        <dsp:cNvPr id="0" name=""/>
        <dsp:cNvSpPr/>
      </dsp:nvSpPr>
      <dsp:spPr>
        <a:xfrm>
          <a:off x="0" y="2824956"/>
          <a:ext cx="6797675" cy="0"/>
        </a:xfrm>
        <a:prstGeom prst="line">
          <a:avLst/>
        </a:prstGeom>
        <a:solidFill>
          <a:schemeClr val="accent2">
            <a:hueOff val="-1845297"/>
            <a:satOff val="-1061"/>
            <a:lumOff val="2876"/>
            <a:alphaOff val="0"/>
          </a:schemeClr>
        </a:solidFill>
        <a:ln w="15875" cap="flat" cmpd="sng" algn="ctr">
          <a:solidFill>
            <a:schemeClr val="accent2">
              <a:hueOff val="-1845297"/>
              <a:satOff val="-1061"/>
              <a:lumOff val="28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0D7509-3ED4-4FBC-8165-CC5DC1F0817D}">
      <dsp:nvSpPr>
        <dsp:cNvPr id="0" name=""/>
        <dsp:cNvSpPr/>
      </dsp:nvSpPr>
      <dsp:spPr>
        <a:xfrm>
          <a:off x="0" y="2824955"/>
          <a:ext cx="6797675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/>
            <a:t>Certaines professions sont plus à risque que d’autres </a:t>
          </a:r>
          <a:endParaRPr lang="en-US" sz="2700" kern="1200"/>
        </a:p>
      </dsp:txBody>
      <dsp:txXfrm>
        <a:off x="0" y="2824955"/>
        <a:ext cx="6797675" cy="1412477"/>
      </dsp:txXfrm>
    </dsp:sp>
    <dsp:sp modelId="{D06B0BDE-AAC9-4DCB-B70F-61180C83CA95}">
      <dsp:nvSpPr>
        <dsp:cNvPr id="0" name=""/>
        <dsp:cNvSpPr/>
      </dsp:nvSpPr>
      <dsp:spPr>
        <a:xfrm>
          <a:off x="0" y="4237434"/>
          <a:ext cx="6797675" cy="0"/>
        </a:xfrm>
        <a:prstGeom prst="line">
          <a:avLst/>
        </a:prstGeom>
        <a:solidFill>
          <a:schemeClr val="accent2">
            <a:hueOff val="-2767946"/>
            <a:satOff val="-1591"/>
            <a:lumOff val="4314"/>
            <a:alphaOff val="0"/>
          </a:schemeClr>
        </a:solidFill>
        <a:ln w="15875" cap="flat" cmpd="sng" algn="ctr">
          <a:solidFill>
            <a:schemeClr val="accent2">
              <a:hueOff val="-2767946"/>
              <a:satOff val="-1591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412222-C305-4FC5-93EA-A9F96FEA36EF}">
      <dsp:nvSpPr>
        <dsp:cNvPr id="0" name=""/>
        <dsp:cNvSpPr/>
      </dsp:nvSpPr>
      <dsp:spPr>
        <a:xfrm>
          <a:off x="0" y="4237433"/>
          <a:ext cx="6797675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b="1" kern="1200"/>
            <a:t>Question principale :</a:t>
          </a:r>
          <a:br>
            <a:rPr lang="fr-FR" sz="2700" kern="1200"/>
          </a:br>
          <a:r>
            <a:rPr lang="fr-FR" sz="2700" kern="1200"/>
            <a:t>Peut-on prédire la probabilité d’automatisation d’un métier à partir de ses caractéristiques ?</a:t>
          </a:r>
          <a:endParaRPr lang="en-US" sz="2700" kern="1200"/>
        </a:p>
      </dsp:txBody>
      <dsp:txXfrm>
        <a:off x="0" y="4237433"/>
        <a:ext cx="6797675" cy="14124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0B6ED6-7BC0-41A2-A867-910F046574B2}">
      <dsp:nvSpPr>
        <dsp:cNvPr id="0" name=""/>
        <dsp:cNvSpPr/>
      </dsp:nvSpPr>
      <dsp:spPr>
        <a:xfrm>
          <a:off x="0" y="0"/>
          <a:ext cx="7744967" cy="724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/>
            <a:t>- Nettoyage des noms de colonnes </a:t>
          </a:r>
          <a:endParaRPr lang="en-US" sz="2300" kern="1200"/>
        </a:p>
      </dsp:txBody>
      <dsp:txXfrm>
        <a:off x="21211" y="21211"/>
        <a:ext cx="6878763" cy="681782"/>
      </dsp:txXfrm>
    </dsp:sp>
    <dsp:sp modelId="{F66CB160-DC64-4565-8B7B-2A494CCA2DA8}">
      <dsp:nvSpPr>
        <dsp:cNvPr id="0" name=""/>
        <dsp:cNvSpPr/>
      </dsp:nvSpPr>
      <dsp:spPr>
        <a:xfrm>
          <a:off x="578358" y="824788"/>
          <a:ext cx="7744967" cy="724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/>
            <a:t>- Suppression des doublons </a:t>
          </a:r>
          <a:endParaRPr lang="en-US" sz="2300" kern="1200"/>
        </a:p>
      </dsp:txBody>
      <dsp:txXfrm>
        <a:off x="599569" y="845999"/>
        <a:ext cx="6653454" cy="681782"/>
      </dsp:txXfrm>
    </dsp:sp>
    <dsp:sp modelId="{C570998B-F1B4-4D61-ADED-7EE91D2C6475}">
      <dsp:nvSpPr>
        <dsp:cNvPr id="0" name=""/>
        <dsp:cNvSpPr/>
      </dsp:nvSpPr>
      <dsp:spPr>
        <a:xfrm>
          <a:off x="1156716" y="1649577"/>
          <a:ext cx="7744967" cy="724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/>
            <a:t>- Conversion en numérique </a:t>
          </a:r>
          <a:endParaRPr lang="en-US" sz="2300" kern="1200"/>
        </a:p>
      </dsp:txBody>
      <dsp:txXfrm>
        <a:off x="1177927" y="1670788"/>
        <a:ext cx="6653454" cy="681782"/>
      </dsp:txXfrm>
    </dsp:sp>
    <dsp:sp modelId="{0A091006-88C7-4958-B530-EC8F0DC3EA62}">
      <dsp:nvSpPr>
        <dsp:cNvPr id="0" name=""/>
        <dsp:cNvSpPr/>
      </dsp:nvSpPr>
      <dsp:spPr>
        <a:xfrm>
          <a:off x="1735073" y="2474366"/>
          <a:ext cx="7744967" cy="724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/>
            <a:t>- Suppression des outliers (Z-score &lt; 3) </a:t>
          </a:r>
          <a:endParaRPr lang="en-US" sz="2300" kern="1200"/>
        </a:p>
      </dsp:txBody>
      <dsp:txXfrm>
        <a:off x="1756284" y="2495577"/>
        <a:ext cx="6653454" cy="681782"/>
      </dsp:txXfrm>
    </dsp:sp>
    <dsp:sp modelId="{3DB681E6-BA98-4180-BA27-B6CD16B53FD5}">
      <dsp:nvSpPr>
        <dsp:cNvPr id="0" name=""/>
        <dsp:cNvSpPr/>
      </dsp:nvSpPr>
      <dsp:spPr>
        <a:xfrm>
          <a:off x="2313432" y="3299155"/>
          <a:ext cx="7744967" cy="724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/>
            <a:t>Résultat : Dataset plus propre et stable pour le modèle</a:t>
          </a:r>
          <a:endParaRPr lang="en-US" sz="2300" kern="1200"/>
        </a:p>
      </dsp:txBody>
      <dsp:txXfrm>
        <a:off x="2334643" y="3320366"/>
        <a:ext cx="6653454" cy="681782"/>
      </dsp:txXfrm>
    </dsp:sp>
    <dsp:sp modelId="{2C46E0AC-2D0E-4DBD-BED4-EEDD3E757E83}">
      <dsp:nvSpPr>
        <dsp:cNvPr id="0" name=""/>
        <dsp:cNvSpPr/>
      </dsp:nvSpPr>
      <dsp:spPr>
        <a:xfrm>
          <a:off x="7274234" y="529071"/>
          <a:ext cx="470733" cy="47073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380149" y="529071"/>
        <a:ext cx="258903" cy="354227"/>
      </dsp:txXfrm>
    </dsp:sp>
    <dsp:sp modelId="{F3F34734-8FE2-4C08-8B2F-89E108AD4C84}">
      <dsp:nvSpPr>
        <dsp:cNvPr id="0" name=""/>
        <dsp:cNvSpPr/>
      </dsp:nvSpPr>
      <dsp:spPr>
        <a:xfrm>
          <a:off x="7852592" y="1353860"/>
          <a:ext cx="470733" cy="47073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958507" y="1353860"/>
        <a:ext cx="258903" cy="354227"/>
      </dsp:txXfrm>
    </dsp:sp>
    <dsp:sp modelId="{A88208F3-DCAC-4F8D-A7A5-D62C6B3E8A5A}">
      <dsp:nvSpPr>
        <dsp:cNvPr id="0" name=""/>
        <dsp:cNvSpPr/>
      </dsp:nvSpPr>
      <dsp:spPr>
        <a:xfrm>
          <a:off x="8430950" y="2166579"/>
          <a:ext cx="470733" cy="47073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8536865" y="2166579"/>
        <a:ext cx="258903" cy="354227"/>
      </dsp:txXfrm>
    </dsp:sp>
    <dsp:sp modelId="{96572B05-D301-486E-BC64-09988444E16B}">
      <dsp:nvSpPr>
        <dsp:cNvPr id="0" name=""/>
        <dsp:cNvSpPr/>
      </dsp:nvSpPr>
      <dsp:spPr>
        <a:xfrm>
          <a:off x="9009308" y="2999414"/>
          <a:ext cx="470733" cy="47073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9115223" y="2999414"/>
        <a:ext cx="258903" cy="3542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0BAEDC-1586-4A47-9EF2-3C56AB90577A}">
      <dsp:nvSpPr>
        <dsp:cNvPr id="0" name=""/>
        <dsp:cNvSpPr/>
      </dsp:nvSpPr>
      <dsp:spPr>
        <a:xfrm>
          <a:off x="0" y="7168"/>
          <a:ext cx="6797675" cy="9392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1BAE40-A1D0-49F3-883C-1197DCCBD1F3}">
      <dsp:nvSpPr>
        <dsp:cNvPr id="0" name=""/>
        <dsp:cNvSpPr/>
      </dsp:nvSpPr>
      <dsp:spPr>
        <a:xfrm>
          <a:off x="284126" y="218502"/>
          <a:ext cx="516594" cy="5165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7E20D3-2E40-4028-9466-ECBC41DC05D3}">
      <dsp:nvSpPr>
        <dsp:cNvPr id="0" name=""/>
        <dsp:cNvSpPr/>
      </dsp:nvSpPr>
      <dsp:spPr>
        <a:xfrm>
          <a:off x="1084848" y="7168"/>
          <a:ext cx="5711766" cy="939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405" tIns="99405" rIns="99405" bIns="9940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 err="1"/>
            <a:t>Création</a:t>
          </a:r>
          <a:r>
            <a:rPr lang="en-GB" sz="1900" kern="1200" dirty="0"/>
            <a:t> de </a:t>
          </a:r>
          <a:r>
            <a:rPr lang="en-GB" sz="1900" kern="1200" dirty="0" err="1"/>
            <a:t>industry_category</a:t>
          </a:r>
          <a:r>
            <a:rPr lang="en-GB" sz="1900" kern="1200" dirty="0"/>
            <a:t> </a:t>
          </a:r>
          <a:endParaRPr lang="en-US" sz="1900" kern="1200" dirty="0"/>
        </a:p>
      </dsp:txBody>
      <dsp:txXfrm>
        <a:off x="1084848" y="7168"/>
        <a:ext cx="5711766" cy="939262"/>
      </dsp:txXfrm>
    </dsp:sp>
    <dsp:sp modelId="{9EFC1E4C-7145-490B-8145-CE73FB0355C9}">
      <dsp:nvSpPr>
        <dsp:cNvPr id="0" name=""/>
        <dsp:cNvSpPr/>
      </dsp:nvSpPr>
      <dsp:spPr>
        <a:xfrm>
          <a:off x="0" y="1181246"/>
          <a:ext cx="6797675" cy="9392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021049-EAD7-4574-95E9-F54952599E17}">
      <dsp:nvSpPr>
        <dsp:cNvPr id="0" name=""/>
        <dsp:cNvSpPr/>
      </dsp:nvSpPr>
      <dsp:spPr>
        <a:xfrm>
          <a:off x="284126" y="1392580"/>
          <a:ext cx="516594" cy="5165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3A4E8-D892-4FB6-95D5-1743FAEE00CA}">
      <dsp:nvSpPr>
        <dsp:cNvPr id="0" name=""/>
        <dsp:cNvSpPr/>
      </dsp:nvSpPr>
      <dsp:spPr>
        <a:xfrm>
          <a:off x="1084848" y="1181246"/>
          <a:ext cx="3058953" cy="939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405" tIns="99405" rIns="99405" bIns="9940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Regroupement des métiers : </a:t>
          </a:r>
          <a:endParaRPr lang="en-US" sz="1900" kern="1200"/>
        </a:p>
      </dsp:txBody>
      <dsp:txXfrm>
        <a:off x="1084848" y="1181246"/>
        <a:ext cx="3058953" cy="939262"/>
      </dsp:txXfrm>
    </dsp:sp>
    <dsp:sp modelId="{81B7AA4F-703C-4776-829F-AAA83179E4A1}">
      <dsp:nvSpPr>
        <dsp:cNvPr id="0" name=""/>
        <dsp:cNvSpPr/>
      </dsp:nvSpPr>
      <dsp:spPr>
        <a:xfrm>
          <a:off x="4143801" y="1181246"/>
          <a:ext cx="2652812" cy="939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405" tIns="99405" rIns="99405" bIns="99405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/>
            <a:t>technical </a:t>
          </a:r>
          <a:endParaRPr lang="en-US" sz="1100" b="1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/>
            <a:t>management </a:t>
          </a:r>
          <a:endParaRPr lang="en-US" sz="1100" b="1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/>
            <a:t>healthcare </a:t>
          </a:r>
          <a:endParaRPr lang="en-US" sz="1100" b="1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/>
            <a:t>etc. </a:t>
          </a:r>
          <a:endParaRPr lang="en-US" sz="1100" b="1" kern="1200" dirty="0"/>
        </a:p>
      </dsp:txBody>
      <dsp:txXfrm>
        <a:off x="4143801" y="1181246"/>
        <a:ext cx="2652812" cy="939262"/>
      </dsp:txXfrm>
    </dsp:sp>
    <dsp:sp modelId="{87F618FA-CC89-4BFE-A3D2-3F82F9338098}">
      <dsp:nvSpPr>
        <dsp:cNvPr id="0" name=""/>
        <dsp:cNvSpPr/>
      </dsp:nvSpPr>
      <dsp:spPr>
        <a:xfrm>
          <a:off x="0" y="2355324"/>
          <a:ext cx="6797675" cy="9392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1C7CC9-1432-4822-AD80-C4DE284363B8}">
      <dsp:nvSpPr>
        <dsp:cNvPr id="0" name=""/>
        <dsp:cNvSpPr/>
      </dsp:nvSpPr>
      <dsp:spPr>
        <a:xfrm>
          <a:off x="284126" y="2566658"/>
          <a:ext cx="516594" cy="5165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3F7DCD-CEF5-4205-9890-921078D2EA45}">
      <dsp:nvSpPr>
        <dsp:cNvPr id="0" name=""/>
        <dsp:cNvSpPr/>
      </dsp:nvSpPr>
      <dsp:spPr>
        <a:xfrm>
          <a:off x="1084848" y="2355324"/>
          <a:ext cx="3058953" cy="939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405" tIns="99405" rIns="99405" bIns="9940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 dirty="0" err="1"/>
            <a:t>Encodage</a:t>
          </a:r>
          <a:r>
            <a:rPr lang="en-GB" sz="1900" b="1" kern="1200" dirty="0"/>
            <a:t> : </a:t>
          </a:r>
          <a:endParaRPr lang="en-US" sz="1900" kern="1200" dirty="0"/>
        </a:p>
      </dsp:txBody>
      <dsp:txXfrm>
        <a:off x="1084848" y="2355324"/>
        <a:ext cx="3058953" cy="939262"/>
      </dsp:txXfrm>
    </dsp:sp>
    <dsp:sp modelId="{E340BA1D-1472-468A-A6F2-059B544B4DAF}">
      <dsp:nvSpPr>
        <dsp:cNvPr id="0" name=""/>
        <dsp:cNvSpPr/>
      </dsp:nvSpPr>
      <dsp:spPr>
        <a:xfrm>
          <a:off x="4143801" y="2355324"/>
          <a:ext cx="2652812" cy="939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405" tIns="99405" rIns="99405" bIns="99405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/>
            <a:t>target encoding (</a:t>
          </a:r>
          <a:r>
            <a:rPr lang="en-GB" sz="1100" b="1" kern="1200" dirty="0" err="1"/>
            <a:t>moyenne</a:t>
          </a:r>
          <a:r>
            <a:rPr lang="en-GB" sz="1100" b="1" kern="1200" dirty="0"/>
            <a:t> de prob) </a:t>
          </a:r>
          <a:endParaRPr lang="en-US" sz="1100" b="1" kern="1200" dirty="0"/>
        </a:p>
      </dsp:txBody>
      <dsp:txXfrm>
        <a:off x="4143801" y="2355324"/>
        <a:ext cx="2652812" cy="939262"/>
      </dsp:txXfrm>
    </dsp:sp>
    <dsp:sp modelId="{46051D26-3C9E-4427-8745-51AD3A713176}">
      <dsp:nvSpPr>
        <dsp:cNvPr id="0" name=""/>
        <dsp:cNvSpPr/>
      </dsp:nvSpPr>
      <dsp:spPr>
        <a:xfrm>
          <a:off x="0" y="3529402"/>
          <a:ext cx="6797675" cy="9392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E4522F-E61E-47D6-8452-B4E8E43BC868}">
      <dsp:nvSpPr>
        <dsp:cNvPr id="0" name=""/>
        <dsp:cNvSpPr/>
      </dsp:nvSpPr>
      <dsp:spPr>
        <a:xfrm>
          <a:off x="284126" y="3740736"/>
          <a:ext cx="516594" cy="5165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657EE0-BD09-4FF4-AF3D-55AD290AD50A}">
      <dsp:nvSpPr>
        <dsp:cNvPr id="0" name=""/>
        <dsp:cNvSpPr/>
      </dsp:nvSpPr>
      <dsp:spPr>
        <a:xfrm>
          <a:off x="1084848" y="3529402"/>
          <a:ext cx="3058953" cy="939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405" tIns="99405" rIns="99405" bIns="9940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 dirty="0"/>
            <a:t>Standardisation : </a:t>
          </a:r>
          <a:endParaRPr lang="en-US" sz="1900" kern="1200" dirty="0"/>
        </a:p>
      </dsp:txBody>
      <dsp:txXfrm>
        <a:off x="1084848" y="3529402"/>
        <a:ext cx="3058953" cy="939262"/>
      </dsp:txXfrm>
    </dsp:sp>
    <dsp:sp modelId="{7C7DCD11-A09A-4866-8C28-5BBD56A072E2}">
      <dsp:nvSpPr>
        <dsp:cNvPr id="0" name=""/>
        <dsp:cNvSpPr/>
      </dsp:nvSpPr>
      <dsp:spPr>
        <a:xfrm>
          <a:off x="4143801" y="3529402"/>
          <a:ext cx="2652812" cy="939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405" tIns="99405" rIns="99405" bIns="99405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 err="1"/>
            <a:t>salaire</a:t>
          </a:r>
          <a:r>
            <a:rPr lang="en-GB" sz="1100" b="1" kern="1200" dirty="0"/>
            <a:t> </a:t>
          </a:r>
          <a:endParaRPr lang="en-US" sz="1100" b="1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 err="1"/>
            <a:t>nombre</a:t>
          </a:r>
          <a:r>
            <a:rPr lang="en-GB" sz="1100" b="1" kern="1200" dirty="0"/>
            <a:t> </a:t>
          </a:r>
          <a:r>
            <a:rPr lang="en-GB" sz="1100" b="1" kern="1200" dirty="0" err="1"/>
            <a:t>d’employés</a:t>
          </a:r>
          <a:r>
            <a:rPr lang="en-GB" sz="1100" b="1" kern="1200" dirty="0"/>
            <a:t> </a:t>
          </a:r>
          <a:endParaRPr lang="en-US" sz="1100" b="1" kern="1200" dirty="0"/>
        </a:p>
      </dsp:txBody>
      <dsp:txXfrm>
        <a:off x="4143801" y="3529402"/>
        <a:ext cx="2652812" cy="939262"/>
      </dsp:txXfrm>
    </dsp:sp>
    <dsp:sp modelId="{26FD09CE-DF2E-473A-AE23-8153AA8A6BB3}">
      <dsp:nvSpPr>
        <dsp:cNvPr id="0" name=""/>
        <dsp:cNvSpPr/>
      </dsp:nvSpPr>
      <dsp:spPr>
        <a:xfrm>
          <a:off x="0" y="4703481"/>
          <a:ext cx="6797675" cy="9392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90F0C8-83C3-4B05-8103-BBB079B5B83F}">
      <dsp:nvSpPr>
        <dsp:cNvPr id="0" name=""/>
        <dsp:cNvSpPr/>
      </dsp:nvSpPr>
      <dsp:spPr>
        <a:xfrm>
          <a:off x="284126" y="4914815"/>
          <a:ext cx="516594" cy="5165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89AD1D-CECE-423D-8536-4BB9DA8EFA3F}">
      <dsp:nvSpPr>
        <dsp:cNvPr id="0" name=""/>
        <dsp:cNvSpPr/>
      </dsp:nvSpPr>
      <dsp:spPr>
        <a:xfrm>
          <a:off x="1084848" y="4703481"/>
          <a:ext cx="5711766" cy="939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405" tIns="99405" rIns="99405" bIns="9940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Objectif : </a:t>
          </a:r>
          <a:r>
            <a:rPr lang="en-GB" sz="1900" kern="1200"/>
            <a:t>améliorer la performance du modèle</a:t>
          </a:r>
          <a:endParaRPr lang="en-US" sz="1900" kern="1200"/>
        </a:p>
      </dsp:txBody>
      <dsp:txXfrm>
        <a:off x="1084848" y="4703481"/>
        <a:ext cx="5711766" cy="9392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EA1740-360B-4864-8017-65F1AC4B039C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FB1A49-770E-4022-BA89-2349FC16FECB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0415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J’ai regroupé les métiers en grandes catégories comme technique, management ou santé, en utilisant des mots-clés.</a:t>
            </a:r>
            <a:br>
              <a:rPr lang="fr-FR" dirty="0"/>
            </a:br>
            <a:r>
              <a:rPr lang="fr-FR" dirty="0"/>
              <a:t>“Ce type de transformation est essentiel en machine </a:t>
            </a:r>
            <a:r>
              <a:rPr lang="fr-FR" dirty="0" err="1"/>
              <a:t>learning</a:t>
            </a:r>
            <a:r>
              <a:rPr lang="fr-FR" dirty="0"/>
              <a:t>, surtout quand on travaille avec des variables textuelles non structurées.”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B1A49-770E-4022-BA89-2349FC16FEC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8787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30A38-2034-432D-8CC3-CC6E13B10F6D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2D4BD-BBF8-4B34-9240-3D3D7C6F7A85}" type="slidenum">
              <a:rPr lang="en-GB" smtClean="0"/>
              <a:t>‹N°›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7771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30A38-2034-432D-8CC3-CC6E13B10F6D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2D4BD-BBF8-4B34-9240-3D3D7C6F7A8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475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30A38-2034-432D-8CC3-CC6E13B10F6D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2D4BD-BBF8-4B34-9240-3D3D7C6F7A85}" type="slidenum">
              <a:rPr lang="en-GB" smtClean="0"/>
              <a:t>‹N°›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6415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30A38-2034-432D-8CC3-CC6E13B10F6D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2D4BD-BBF8-4B34-9240-3D3D7C6F7A8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444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30A38-2034-432D-8CC3-CC6E13B10F6D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2D4BD-BBF8-4B34-9240-3D3D7C6F7A8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2260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30A38-2034-432D-8CC3-CC6E13B10F6D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2D4BD-BBF8-4B34-9240-3D3D7C6F7A8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0885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30A38-2034-432D-8CC3-CC6E13B10F6D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2D4BD-BBF8-4B34-9240-3D3D7C6F7A8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8918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7B30A38-2034-432D-8CC3-CC6E13B10F6D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0A2D4BD-BBF8-4B34-9240-3D3D7C6F7A8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57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30A38-2034-432D-8CC3-CC6E13B10F6D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2D4BD-BBF8-4B34-9240-3D3D7C6F7A8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5842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30A38-2034-432D-8CC3-CC6E13B10F6D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2D4BD-BBF8-4B34-9240-3D3D7C6F7A8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8197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30A38-2034-432D-8CC3-CC6E13B10F6D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2D4BD-BBF8-4B34-9240-3D3D7C6F7A8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207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7B30A38-2034-432D-8CC3-CC6E13B10F6D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0A2D4BD-BBF8-4B34-9240-3D3D7C6F7A85}" type="slidenum">
              <a:rPr lang="en-GB" smtClean="0"/>
              <a:t>‹N°›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11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6B0556C-EDDA-4AD7-A9F0-EC585BB12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FBEA1B-AE36-47D5-9EA3-95281C4BF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C4B31EB-2D22-4179-9EA2-70222E519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F7997ED-848A-3ADF-14F8-5C852A27AA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370" y="605896"/>
            <a:ext cx="3084844" cy="56462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300" b="1" dirty="0">
                <a:solidFill>
                  <a:srgbClr val="FFFFFF"/>
                </a:solidFill>
              </a:rPr>
              <a:t>Job Automation Prediction:</a:t>
            </a:r>
            <a:br>
              <a:rPr lang="en-US" sz="3300" b="1" dirty="0">
                <a:solidFill>
                  <a:srgbClr val="FFFFFF"/>
                </a:solidFill>
              </a:rPr>
            </a:br>
            <a:r>
              <a:rPr lang="en-US" sz="3300" b="1" dirty="0" err="1">
                <a:solidFill>
                  <a:srgbClr val="FFFFFF"/>
                </a:solidFill>
              </a:rPr>
              <a:t>Prédiction</a:t>
            </a:r>
            <a:r>
              <a:rPr lang="en-US" sz="3300" b="1" dirty="0">
                <a:solidFill>
                  <a:srgbClr val="FFFFFF"/>
                </a:solidFill>
              </a:rPr>
              <a:t> du </a:t>
            </a:r>
            <a:r>
              <a:rPr lang="en-US" sz="3300" b="1" dirty="0" err="1">
                <a:solidFill>
                  <a:srgbClr val="FFFFFF"/>
                </a:solidFill>
              </a:rPr>
              <a:t>risque</a:t>
            </a:r>
            <a:r>
              <a:rPr lang="en-US" sz="3300" b="1" dirty="0">
                <a:solidFill>
                  <a:srgbClr val="FFFFFF"/>
                </a:solidFill>
              </a:rPr>
              <a:t> </a:t>
            </a:r>
            <a:r>
              <a:rPr lang="en-US" sz="3300" b="1" dirty="0" err="1">
                <a:solidFill>
                  <a:srgbClr val="FFFFFF"/>
                </a:solidFill>
              </a:rPr>
              <a:t>d’automatisation</a:t>
            </a:r>
            <a:r>
              <a:rPr lang="en-US" sz="3300" b="1" dirty="0">
                <a:solidFill>
                  <a:srgbClr val="FFFFFF"/>
                </a:solidFill>
              </a:rPr>
              <a:t> des métiers</a:t>
            </a:r>
            <a:br>
              <a:rPr lang="en-US" sz="3300" b="1" dirty="0">
                <a:solidFill>
                  <a:srgbClr val="FFFFFF"/>
                </a:solidFill>
              </a:rPr>
            </a:br>
            <a:endParaRPr lang="en-US" sz="3300" b="1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5C2AD49-71D1-5705-550F-C7B0C56C09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42016" y="605896"/>
            <a:ext cx="6413663" cy="5646208"/>
          </a:xfr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Nom : Saif Eddine ben youssef G2</a:t>
            </a:r>
            <a:b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</a:b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Encadrant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: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Mr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Khemais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Abdallah </a:t>
            </a:r>
            <a:b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</a:br>
            <a:b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73475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7F93CB3-555F-4601-A486-59E82D9E81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2F2601-C4CE-4B73-A162-D5A14E5191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244B044-0B90-32DA-0734-6333AF599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GB" sz="3600" b="1">
                <a:solidFill>
                  <a:srgbClr val="FFFFFF"/>
                </a:solidFill>
              </a:rPr>
              <a:t>Problématique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AE6B79-0440-457F-9036-C4C304225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18" name="Espace réservé du contenu 2">
            <a:extLst>
              <a:ext uri="{FF2B5EF4-FFF2-40B4-BE49-F238E27FC236}">
                <a16:creationId xmlns:a16="http://schemas.microsoft.com/office/drawing/2014/main" id="{34DA7BB1-94A1-B959-5074-0ADD01FE8F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5254220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9325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F30AF48-E16C-544C-B927-00B0533F3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GB" sz="3600" b="1" dirty="0">
                <a:solidFill>
                  <a:srgbClr val="FFFFFF"/>
                </a:solidFill>
              </a:rPr>
              <a:t>Dataset</a:t>
            </a:r>
            <a:br>
              <a:rPr lang="en-GB" sz="3600" b="1" dirty="0">
                <a:solidFill>
                  <a:srgbClr val="FFFFFF"/>
                </a:solidFill>
              </a:rPr>
            </a:br>
            <a:endParaRPr lang="en-GB" sz="3600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F29200-EA53-9997-2EED-C9F588590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en-GB" dirty="0"/>
              <a:t>Source : dataset "job-automation-probability" </a:t>
            </a:r>
          </a:p>
          <a:p>
            <a:r>
              <a:rPr lang="en-GB" dirty="0"/>
              <a:t>Nombre de </a:t>
            </a:r>
            <a:r>
              <a:rPr lang="en-GB" dirty="0" err="1"/>
              <a:t>lignes</a:t>
            </a:r>
            <a:r>
              <a:rPr lang="en-GB" dirty="0"/>
              <a:t> : 702</a:t>
            </a:r>
          </a:p>
          <a:p>
            <a:r>
              <a:rPr lang="en-GB" dirty="0"/>
              <a:t>Variables </a:t>
            </a:r>
            <a:r>
              <a:rPr lang="en-GB" dirty="0" err="1"/>
              <a:t>principales</a:t>
            </a:r>
            <a:r>
              <a:rPr lang="en-GB" dirty="0"/>
              <a:t> : </a:t>
            </a:r>
          </a:p>
          <a:p>
            <a:pPr lvl="1"/>
            <a:r>
              <a:rPr lang="en-GB" dirty="0"/>
              <a:t>occupation </a:t>
            </a:r>
          </a:p>
          <a:p>
            <a:pPr lvl="1"/>
            <a:r>
              <a:rPr lang="en-GB" dirty="0"/>
              <a:t>education </a:t>
            </a:r>
          </a:p>
          <a:p>
            <a:pPr lvl="1"/>
            <a:r>
              <a:rPr lang="en-GB" dirty="0" err="1"/>
              <a:t>median_ann_wage</a:t>
            </a:r>
            <a:r>
              <a:rPr lang="en-GB" dirty="0"/>
              <a:t> </a:t>
            </a:r>
          </a:p>
          <a:p>
            <a:pPr lvl="1"/>
            <a:r>
              <a:rPr lang="en-GB" dirty="0" err="1"/>
              <a:t>numbemployed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rank </a:t>
            </a:r>
          </a:p>
          <a:p>
            <a:pPr lvl="1"/>
            <a:r>
              <a:rPr lang="en-GB" dirty="0"/>
              <a:t>prob (target) </a:t>
            </a:r>
          </a:p>
          <a:p>
            <a:r>
              <a:rPr lang="en-GB" dirty="0"/>
              <a:t> </a:t>
            </a:r>
            <a:r>
              <a:rPr lang="en-GB" b="1" dirty="0"/>
              <a:t>Variable </a:t>
            </a:r>
            <a:r>
              <a:rPr lang="en-GB" b="1" dirty="0" err="1"/>
              <a:t>cible</a:t>
            </a:r>
            <a:r>
              <a:rPr lang="en-GB" b="1" dirty="0"/>
              <a:t> :</a:t>
            </a:r>
            <a:endParaRPr lang="en-GB" dirty="0"/>
          </a:p>
          <a:p>
            <a:r>
              <a:rPr lang="en-GB" dirty="0"/>
              <a:t>prob = </a:t>
            </a:r>
            <a:r>
              <a:rPr lang="en-GB" dirty="0" err="1"/>
              <a:t>probabilité</a:t>
            </a:r>
            <a:r>
              <a:rPr lang="en-GB" dirty="0"/>
              <a:t> </a:t>
            </a:r>
            <a:r>
              <a:rPr lang="en-GB" dirty="0" err="1"/>
              <a:t>d’automatisation</a:t>
            </a:r>
            <a:r>
              <a:rPr lang="en-GB" dirty="0"/>
              <a:t> (0 → 1)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4441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4707BE-A26B-9596-F0E0-0A5C3C4E6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320" y="890107"/>
            <a:ext cx="10058400" cy="1450757"/>
          </a:xfrm>
        </p:spPr>
        <p:txBody>
          <a:bodyPr/>
          <a:lstStyle/>
          <a:p>
            <a:r>
              <a:rPr lang="en-GB" b="1" dirty="0" err="1"/>
              <a:t>Nettoyage</a:t>
            </a:r>
            <a:r>
              <a:rPr lang="en-GB" b="1" dirty="0"/>
              <a:t> de données</a:t>
            </a:r>
            <a:br>
              <a:rPr lang="fr-FR" b="1" dirty="0"/>
            </a:br>
            <a:endParaRPr lang="en-GB" dirty="0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6F82E612-5F3B-2684-5FED-41C1A20018D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7280" y="2046902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5353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73D5CC-C93F-2384-CE86-B1020163A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0496" y="265176"/>
            <a:ext cx="10058400" cy="5731934"/>
          </a:xfrm>
        </p:spPr>
        <p:txBody>
          <a:bodyPr>
            <a:normAutofit fontScale="92500" lnSpcReduction="20000"/>
          </a:bodyPr>
          <a:lstStyle/>
          <a:p>
            <a:r>
              <a:rPr lang="fr-FR" sz="2600" b="1" dirty="0"/>
              <a:t>Traitement de la variable occupation :</a:t>
            </a:r>
          </a:p>
          <a:p>
            <a:br>
              <a:rPr lang="fr-FR" dirty="0"/>
            </a:br>
            <a:r>
              <a:rPr lang="fr-FR" b="1" dirty="0">
                <a:solidFill>
                  <a:schemeClr val="accent3">
                    <a:lumMod val="50000"/>
                  </a:schemeClr>
                </a:solidFill>
              </a:rPr>
              <a:t>Problème</a:t>
            </a:r>
          </a:p>
          <a:p>
            <a:pPr marL="0" indent="0">
              <a:buNone/>
            </a:pPr>
            <a:r>
              <a:rPr lang="fr-FR" dirty="0"/>
              <a:t>- La colonne occupation contient des textes longs et beaucoup de catégories différentes</a:t>
            </a:r>
            <a:br>
              <a:rPr lang="fr-FR" dirty="0"/>
            </a:br>
            <a:r>
              <a:rPr lang="fr-FR" dirty="0"/>
              <a:t>- c’est difficile à utiliser directement dans un modèle </a:t>
            </a:r>
          </a:p>
          <a:p>
            <a:pPr marL="0" indent="0">
              <a:buNone/>
            </a:pPr>
            <a:r>
              <a:rPr lang="fr-FR" dirty="0"/>
              <a:t>  </a:t>
            </a:r>
            <a:r>
              <a:rPr lang="fr-FR" b="1" dirty="0">
                <a:solidFill>
                  <a:schemeClr val="accent3">
                    <a:lumMod val="50000"/>
                  </a:schemeClr>
                </a:solidFill>
              </a:rPr>
              <a:t>Solution appliquée</a:t>
            </a:r>
          </a:p>
          <a:p>
            <a:r>
              <a:rPr lang="fr-FR" b="1" dirty="0"/>
              <a:t>1. Nettoyage du texte</a:t>
            </a:r>
          </a:p>
          <a:p>
            <a:r>
              <a:rPr lang="fr-FR" dirty="0"/>
              <a:t>conversion en minuscule et suppression des valeurs manquantes </a:t>
            </a:r>
          </a:p>
          <a:p>
            <a:r>
              <a:rPr lang="fr-FR" b="1" dirty="0"/>
              <a:t>2. Création d’un nom simplifié (short </a:t>
            </a:r>
            <a:r>
              <a:rPr lang="fr-FR" b="1" dirty="0" err="1"/>
              <a:t>name</a:t>
            </a:r>
            <a:r>
              <a:rPr lang="fr-FR" b="1" dirty="0"/>
              <a:t>)</a:t>
            </a:r>
          </a:p>
          <a:p>
            <a:r>
              <a:rPr lang="fr-FR" dirty="0"/>
              <a:t>Regroupement des métiers en catégories : </a:t>
            </a:r>
            <a:r>
              <a:rPr lang="fr-FR" dirty="0" err="1"/>
              <a:t>engineer</a:t>
            </a:r>
            <a:r>
              <a:rPr lang="fr-FR" dirty="0"/>
              <a:t>, </a:t>
            </a:r>
            <a:r>
              <a:rPr lang="fr-FR" dirty="0" err="1"/>
              <a:t>technician</a:t>
            </a:r>
            <a:r>
              <a:rPr lang="fr-FR" dirty="0"/>
              <a:t> → </a:t>
            </a:r>
            <a:r>
              <a:rPr lang="fr-FR" b="1" dirty="0" err="1"/>
              <a:t>technical</a:t>
            </a:r>
            <a:endParaRPr lang="fr-FR" b="1" dirty="0"/>
          </a:p>
          <a:p>
            <a:r>
              <a:rPr lang="fr-FR" b="1" dirty="0"/>
              <a:t>3. Encodage</a:t>
            </a:r>
          </a:p>
          <a:p>
            <a:r>
              <a:rPr lang="fr-FR" dirty="0"/>
              <a:t>Transformation en variable numérique par utilisation du </a:t>
            </a:r>
            <a:r>
              <a:rPr lang="fr-FR" b="1" dirty="0" err="1"/>
              <a:t>target</a:t>
            </a:r>
            <a:r>
              <a:rPr lang="fr-FR" b="1" dirty="0"/>
              <a:t> </a:t>
            </a:r>
            <a:r>
              <a:rPr lang="fr-FR" b="1" dirty="0" err="1"/>
              <a:t>encoding</a:t>
            </a:r>
            <a:r>
              <a:rPr lang="fr-FR" dirty="0"/>
              <a:t> :moyenne de prob par catégorie </a:t>
            </a:r>
          </a:p>
          <a:p>
            <a:r>
              <a:rPr lang="fr-FR" b="1" dirty="0">
                <a:solidFill>
                  <a:schemeClr val="accent3">
                    <a:lumMod val="50000"/>
                  </a:schemeClr>
                </a:solidFill>
              </a:rPr>
              <a:t>importance</a:t>
            </a:r>
          </a:p>
          <a:p>
            <a:pPr lvl="1"/>
            <a:r>
              <a:rPr lang="fr-FR" dirty="0"/>
              <a:t>Réduction de la complexité </a:t>
            </a:r>
          </a:p>
          <a:p>
            <a:pPr lvl="1"/>
            <a:r>
              <a:rPr lang="fr-FR" dirty="0"/>
              <a:t>Moins de bruit </a:t>
            </a:r>
          </a:p>
          <a:p>
            <a:pPr lvl="1"/>
            <a:r>
              <a:rPr lang="fr-FR" dirty="0"/>
              <a:t>Meilleure performance du modèle </a:t>
            </a:r>
          </a:p>
          <a:p>
            <a:endParaRPr lang="fr-FR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7541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7F93CB3-555F-4601-A486-59E82D9E81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2F2601-C4CE-4B73-A162-D5A14E5191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754293F-9938-FD6B-FDCA-6D56A66B8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GB" sz="3600" b="1">
                <a:solidFill>
                  <a:srgbClr val="FFFFFF"/>
                </a:solidFill>
              </a:rPr>
              <a:t>Feature Engineering</a:t>
            </a:r>
            <a:endParaRPr lang="en-GB" sz="360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AE6B79-0440-457F-9036-C4C304225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258D9003-0FAB-21F9-D9D0-40C6D4339C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9297863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2037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A24F481-3260-4E63-9196-C7B1895EC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B0C0361-04FA-8C45-0F56-70EC7A1B9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6" y="642258"/>
            <a:ext cx="3417677" cy="2167618"/>
          </a:xfrm>
        </p:spPr>
        <p:txBody>
          <a:bodyPr anchor="t">
            <a:normAutofit/>
          </a:bodyPr>
          <a:lstStyle/>
          <a:p>
            <a:r>
              <a:rPr lang="fr-FR" b="1" dirty="0"/>
              <a:t>Modèles utilisés et Résultats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E10B8D-D517-FB9C-0ADC-F66D06597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3512" y="642257"/>
            <a:ext cx="6992713" cy="3567793"/>
          </a:xfrm>
        </p:spPr>
        <p:txBody>
          <a:bodyPr>
            <a:normAutofit lnSpcReduction="10000"/>
          </a:bodyPr>
          <a:lstStyle/>
          <a:p>
            <a:r>
              <a:rPr lang="fr-FR" sz="1400" dirty="0"/>
              <a:t>3 modèles testés :</a:t>
            </a:r>
          </a:p>
          <a:p>
            <a:pPr lvl="1"/>
            <a:r>
              <a:rPr lang="fr-FR" sz="1400" dirty="0"/>
              <a:t> </a:t>
            </a:r>
            <a:r>
              <a:rPr lang="fr-FR" sz="1400" dirty="0" err="1"/>
              <a:t>Random</a:t>
            </a:r>
            <a:r>
              <a:rPr lang="fr-FR" sz="1400" dirty="0"/>
              <a:t> Forest : résultats faibles R² =0.37   RMSE 0.29</a:t>
            </a:r>
          </a:p>
          <a:p>
            <a:pPr lvl="1"/>
            <a:r>
              <a:rPr lang="fr-FR" sz="1400" dirty="0"/>
              <a:t> </a:t>
            </a:r>
            <a:r>
              <a:rPr lang="fr-FR" sz="1400" dirty="0" err="1"/>
              <a:t>XGBoost</a:t>
            </a:r>
            <a:r>
              <a:rPr lang="fr-FR" sz="1400" dirty="0"/>
              <a:t> :</a:t>
            </a:r>
            <a:r>
              <a:rPr lang="fr-FR" sz="1400" dirty="0" err="1"/>
              <a:t>resultat</a:t>
            </a:r>
            <a:r>
              <a:rPr lang="fr-FR" sz="1400" dirty="0"/>
              <a:t> faibles R² =0.20   RMSE 0.32</a:t>
            </a:r>
          </a:p>
          <a:p>
            <a:pPr lvl="1"/>
            <a:endParaRPr lang="fr-FR" sz="1400" dirty="0"/>
          </a:p>
          <a:p>
            <a:pPr lvl="1"/>
            <a:r>
              <a:rPr lang="fr-FR" sz="1400" dirty="0"/>
              <a:t> </a:t>
            </a:r>
            <a:r>
              <a:rPr lang="fr-FR" sz="1400" dirty="0" err="1"/>
              <a:t>CatBoost</a:t>
            </a:r>
            <a:r>
              <a:rPr lang="fr-FR" sz="1400" dirty="0"/>
              <a:t> : Gère bien les variables catégorielles et Performant sur petits </a:t>
            </a:r>
            <a:r>
              <a:rPr lang="fr-FR" sz="1400" dirty="0" err="1"/>
              <a:t>datasets</a:t>
            </a:r>
            <a:endParaRPr lang="fr-FR" sz="1400" dirty="0"/>
          </a:p>
          <a:p>
            <a:pPr marL="201168" lvl="1" indent="0">
              <a:buNone/>
            </a:pPr>
            <a:br>
              <a:rPr lang="fr-FR" sz="1400" dirty="0"/>
            </a:br>
            <a:endParaRPr lang="fr-FR" sz="1400" dirty="0"/>
          </a:p>
          <a:p>
            <a:r>
              <a:rPr lang="fr-FR" sz="1400" b="1" dirty="0"/>
              <a:t>Résultats principaux :</a:t>
            </a:r>
            <a:endParaRPr lang="fr-FR" sz="1400" dirty="0"/>
          </a:p>
          <a:p>
            <a:r>
              <a:rPr lang="fr-FR" sz="1400" dirty="0"/>
              <a:t>R² ≈ 0.48</a:t>
            </a:r>
          </a:p>
          <a:p>
            <a:r>
              <a:rPr lang="fr-FR" sz="1400" dirty="0"/>
              <a:t>RMSE ≈ 0.22 </a:t>
            </a:r>
          </a:p>
          <a:p>
            <a:r>
              <a:rPr lang="fr-FR" sz="1400" b="1" dirty="0"/>
              <a:t>Interprétation :</a:t>
            </a:r>
          </a:p>
          <a:p>
            <a:r>
              <a:rPr lang="fr-FR" sz="1400" dirty="0"/>
              <a:t>Le modèle explique </a:t>
            </a:r>
            <a:r>
              <a:rPr lang="fr-FR" sz="1400" b="1" dirty="0"/>
              <a:t>48% de la variation</a:t>
            </a:r>
            <a:r>
              <a:rPr lang="fr-FR" sz="1400" dirty="0"/>
              <a:t> de la variable cible</a:t>
            </a:r>
          </a:p>
          <a:p>
            <a:pPr lvl="1"/>
            <a:endParaRPr lang="fr-FR" sz="1000" dirty="0"/>
          </a:p>
          <a:p>
            <a:endParaRPr lang="en-GB" sz="10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A207309-5C70-F18C-D900-A883BD398C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851"/>
          <a:stretch>
            <a:fillRect/>
          </a:stretch>
        </p:blipFill>
        <p:spPr>
          <a:xfrm>
            <a:off x="112938" y="4496239"/>
            <a:ext cx="4068537" cy="137285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B7B6C59-8906-43F3-BAAE-0318C0EDE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DF992F-E7BC-4D6E-80FA-C94119D83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C7E3C52-A94B-050D-3A84-61BBECE9B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686" y="4467054"/>
            <a:ext cx="4975656" cy="140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492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6C9D135-2BF4-4694-8732-88EEE18AA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78FCE6-4D20-4A9A-90B4-C948024EB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CBF307-3BC6-4D33-BC45-E7DADD14F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D52AB10-A2E8-4497-AE97-16F9577E8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FBCFF0-6CD1-40C7-9A2F-5CDCE1BA3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77CF225-4109-1109-10B4-3A9277C2F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dirty="0" err="1">
                <a:solidFill>
                  <a:srgbClr val="FFFFFF"/>
                </a:solidFill>
              </a:rPr>
              <a:t>Visualisation</a:t>
            </a:r>
            <a:r>
              <a:rPr lang="en-US" sz="3600" b="1" dirty="0">
                <a:solidFill>
                  <a:srgbClr val="FFFFFF"/>
                </a:solidFill>
              </a:rPr>
              <a:t> avec </a:t>
            </a:r>
            <a:r>
              <a:rPr lang="en-US" sz="3600" b="1" dirty="0" err="1">
                <a:solidFill>
                  <a:srgbClr val="FFFFFF"/>
                </a:solidFill>
              </a:rPr>
              <a:t>Gradio</a:t>
            </a:r>
            <a:endParaRPr lang="en-US" sz="3600" b="1" dirty="0">
              <a:solidFill>
                <a:srgbClr val="FFFFFF"/>
              </a:solidFill>
            </a:endParaRP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FACE0F6-2406-6A53-EE6A-B64F8506AA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9387" y="643538"/>
            <a:ext cx="9714325" cy="3618586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FB0B787-E713-4BAC-9EB2-9EDF781DF8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7389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7A23741-C8CC-49EF-950D-A0B72BACD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E823DD-C233-455F-9FF9-40C20F5D1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FD9498F-C3E8-4722-786F-7E8EB97E1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fr-FR" sz="3600">
                <a:solidFill>
                  <a:srgbClr val="FFFFFF"/>
                </a:solidFill>
              </a:rPr>
              <a:t>Limites du modèle &amp; Data Leakage</a:t>
            </a:r>
            <a:endParaRPr lang="en-GB" sz="3600">
              <a:solidFill>
                <a:srgbClr val="FFFFFF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310AE2-A328-6794-D3EB-A7326A7DE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>
            <a:normAutofit/>
          </a:bodyPr>
          <a:lstStyle/>
          <a:p>
            <a:r>
              <a:rPr lang="fr-FR" sz="1500" b="1">
                <a:solidFill>
                  <a:srgbClr val="FFFFFF"/>
                </a:solidFill>
              </a:rPr>
              <a:t>Résultat obtenu</a:t>
            </a:r>
          </a:p>
          <a:p>
            <a:r>
              <a:rPr lang="fr-FR" sz="1500">
                <a:solidFill>
                  <a:srgbClr val="FFFFFF"/>
                </a:solidFill>
              </a:rPr>
              <a:t>R² ≈ 0.48 → performance moyenne</a:t>
            </a:r>
          </a:p>
          <a:p>
            <a:endParaRPr lang="fr-FR" sz="1500">
              <a:solidFill>
                <a:srgbClr val="FFFFFF"/>
              </a:solidFill>
            </a:endParaRPr>
          </a:p>
          <a:p>
            <a:r>
              <a:rPr lang="fr-FR" sz="1500" b="1">
                <a:solidFill>
                  <a:srgbClr val="FFFFFF"/>
                </a:solidFill>
              </a:rPr>
              <a:t>Analyse des features</a:t>
            </a:r>
          </a:p>
          <a:p>
            <a:r>
              <a:rPr lang="fr-FR" sz="1500">
                <a:solidFill>
                  <a:srgbClr val="FFFFFF"/>
                </a:solidFill>
              </a:rPr>
              <a:t>Corrélation très forte : </a:t>
            </a:r>
          </a:p>
          <a:p>
            <a:pPr lvl="1"/>
            <a:r>
              <a:rPr lang="fr-FR" sz="1500">
                <a:solidFill>
                  <a:srgbClr val="FFFFFF"/>
                </a:solidFill>
              </a:rPr>
              <a:t>rank ↔ prob ≈ </a:t>
            </a:r>
            <a:r>
              <a:rPr lang="fr-FR" sz="1500" b="1">
                <a:solidFill>
                  <a:srgbClr val="FFFFFF"/>
                </a:solidFill>
              </a:rPr>
              <a:t>0.95</a:t>
            </a:r>
            <a:r>
              <a:rPr lang="fr-FR" sz="1500">
                <a:solidFill>
                  <a:srgbClr val="FFFFFF"/>
                </a:solidFill>
              </a:rPr>
              <a:t> </a:t>
            </a:r>
          </a:p>
          <a:p>
            <a:r>
              <a:rPr lang="fr-FR" sz="1500">
                <a:solidFill>
                  <a:srgbClr val="FFFFFF"/>
                </a:solidFill>
              </a:rPr>
              <a:t> Cela indique un </a:t>
            </a:r>
            <a:r>
              <a:rPr lang="fr-FR" sz="1500" b="1">
                <a:solidFill>
                  <a:srgbClr val="FFFFFF"/>
                </a:solidFill>
              </a:rPr>
              <a:t>data leakage</a:t>
            </a:r>
            <a:endParaRPr lang="fr-FR" sz="1500">
              <a:solidFill>
                <a:srgbClr val="FFFFFF"/>
              </a:solidFill>
            </a:endParaRPr>
          </a:p>
          <a:p>
            <a:endParaRPr lang="fr-FR" sz="1500">
              <a:solidFill>
                <a:srgbClr val="FFFFFF"/>
              </a:solidFill>
            </a:endParaRPr>
          </a:p>
          <a:p>
            <a:endParaRPr lang="en-GB" sz="1500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CF00AF-6C1D-4FC6-89F3-121ED766A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8D8E59B-8030-38C8-5331-57B42191D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403" y="640080"/>
            <a:ext cx="641131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332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ECF0FC6-D57B-48B6-9036-F4FFD91A4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279611-0798-AAA9-3372-8C786306D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204" y="2023962"/>
            <a:ext cx="6697715" cy="3845131"/>
          </a:xfrm>
        </p:spPr>
        <p:txBody>
          <a:bodyPr>
            <a:normAutofit/>
          </a:bodyPr>
          <a:lstStyle/>
          <a:p>
            <a:r>
              <a:rPr lang="en-GB" b="1" dirty="0" err="1"/>
              <a:t>Pourquoi</a:t>
            </a:r>
            <a:r>
              <a:rPr lang="en-GB" b="1" dirty="0"/>
              <a:t> </a:t>
            </a:r>
            <a:r>
              <a:rPr lang="en-GB" b="1" dirty="0" err="1"/>
              <a:t>c’est</a:t>
            </a:r>
            <a:r>
              <a:rPr lang="en-GB" b="1" dirty="0"/>
              <a:t> un </a:t>
            </a:r>
            <a:r>
              <a:rPr lang="en-GB" b="1" dirty="0" err="1"/>
              <a:t>problème</a:t>
            </a:r>
            <a:r>
              <a:rPr lang="en-GB" b="1" dirty="0"/>
              <a:t> ?</a:t>
            </a:r>
            <a:endParaRPr lang="fr-FR" b="1" dirty="0"/>
          </a:p>
          <a:p>
            <a:r>
              <a:rPr lang="fr-FR" dirty="0" err="1"/>
              <a:t>rank</a:t>
            </a:r>
            <a:r>
              <a:rPr lang="fr-FR" dirty="0"/>
              <a:t> contient déjà de l’information liée à prob </a:t>
            </a:r>
          </a:p>
          <a:p>
            <a:r>
              <a:rPr lang="fr-FR" dirty="0"/>
              <a:t>Le modèle “triche” en utilisant cette variable </a:t>
            </a:r>
          </a:p>
          <a:p>
            <a:r>
              <a:rPr lang="fr-FR" dirty="0"/>
              <a:t>Les performances peuvent être </a:t>
            </a:r>
            <a:r>
              <a:rPr lang="fr-FR" b="1" dirty="0"/>
              <a:t>faussement élevées</a:t>
            </a:r>
            <a:r>
              <a:rPr lang="fr-FR" dirty="0"/>
              <a:t> </a:t>
            </a:r>
          </a:p>
          <a:p>
            <a:endParaRPr lang="fr-FR" dirty="0"/>
          </a:p>
          <a:p>
            <a:r>
              <a:rPr lang="fr-FR" b="1" dirty="0"/>
              <a:t>Autres variables</a:t>
            </a:r>
          </a:p>
          <a:p>
            <a:r>
              <a:rPr lang="fr-FR" dirty="0" err="1"/>
              <a:t>education</a:t>
            </a:r>
            <a:r>
              <a:rPr lang="fr-FR" dirty="0"/>
              <a:t>, </a:t>
            </a:r>
            <a:r>
              <a:rPr lang="fr-FR" dirty="0" err="1"/>
              <a:t>salary</a:t>
            </a:r>
            <a:r>
              <a:rPr lang="fr-FR" dirty="0"/>
              <a:t>, </a:t>
            </a:r>
            <a:r>
              <a:rPr lang="fr-FR" dirty="0" err="1"/>
              <a:t>numbemployed</a:t>
            </a:r>
            <a:r>
              <a:rPr lang="fr-FR" dirty="0"/>
              <a:t> :</a:t>
            </a:r>
            <a:br>
              <a:rPr lang="fr-FR" dirty="0"/>
            </a:br>
            <a:r>
              <a:rPr lang="fr-FR" dirty="0"/>
              <a:t>→ faible corrélation avec prob</a:t>
            </a:r>
          </a:p>
          <a:p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7A211C-5863-4303-AC3D-AEBFDF6D6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4150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7519CD-2FFF-42E3-BB0C-FEAA828BA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2823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620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EC9F9EB-CFA6-F457-1669-A56E597D5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fr-FR" sz="3600" b="1">
                <a:solidFill>
                  <a:srgbClr val="FFFFFF"/>
                </a:solidFill>
              </a:rPr>
              <a:t>Conclusion</a:t>
            </a:r>
            <a:br>
              <a:rPr lang="fr-FR" sz="3600" b="1">
                <a:solidFill>
                  <a:srgbClr val="FFFFFF"/>
                </a:solidFill>
              </a:rPr>
            </a:br>
            <a:endParaRPr lang="en-GB" sz="360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E4AB09-3BDD-63E2-3D9C-A7DD8B29C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fr-FR" dirty="0"/>
              <a:t>Le </a:t>
            </a:r>
            <a:r>
              <a:rPr lang="fr-FR" dirty="0" err="1"/>
              <a:t>dataset</a:t>
            </a:r>
            <a:r>
              <a:rPr lang="fr-FR" dirty="0"/>
              <a:t> est : </a:t>
            </a:r>
          </a:p>
          <a:p>
            <a:pPr lvl="1"/>
            <a:r>
              <a:rPr lang="fr-FR" b="1" dirty="0"/>
              <a:t>bruité </a:t>
            </a:r>
          </a:p>
          <a:p>
            <a:pPr lvl="1"/>
            <a:r>
              <a:rPr lang="fr-FR" b="1" dirty="0"/>
              <a:t>peu informatif (hors </a:t>
            </a:r>
            <a:r>
              <a:rPr lang="fr-FR" b="1" dirty="0" err="1"/>
              <a:t>rank</a:t>
            </a:r>
            <a:r>
              <a:rPr lang="fr-FR" b="1" dirty="0"/>
              <a:t>) </a:t>
            </a:r>
          </a:p>
          <a:p>
            <a:r>
              <a:rPr lang="fr-FR" dirty="0"/>
              <a:t>Difficile d’obtenir un bon modèle </a:t>
            </a:r>
            <a:r>
              <a:rPr lang="fr-FR" b="1" dirty="0"/>
              <a:t>sans </a:t>
            </a:r>
            <a:r>
              <a:rPr lang="fr-FR" b="1" dirty="0" err="1"/>
              <a:t>leakage</a:t>
            </a:r>
            <a:endParaRPr lang="fr-FR" b="1" dirty="0"/>
          </a:p>
          <a:p>
            <a:r>
              <a:rPr lang="fr-FR" dirty="0"/>
              <a:t>Le R² de 0.48 peut sembler faible, mais il est cohérent avec la qualité des données.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1160640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rgbClr val="000000"/>
      </a:dk1>
      <a:lt1>
        <a:srgbClr val="FFFFFF"/>
      </a:lt1>
      <a:dk2>
        <a:srgbClr val="46464A"/>
      </a:dk2>
      <a:lt2>
        <a:srgbClr val="D1D9E1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1085</TotalTime>
  <Words>499</Words>
  <Application>Microsoft Office PowerPoint</Application>
  <PresentationFormat>Grand écran</PresentationFormat>
  <Paragraphs>88</Paragraphs>
  <Slides>11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Rétrospective</vt:lpstr>
      <vt:lpstr>Job Automation Prediction: Prédiction du risque d’automatisation des métiers </vt:lpstr>
      <vt:lpstr>Problématique</vt:lpstr>
      <vt:lpstr>Dataset </vt:lpstr>
      <vt:lpstr>Nettoyage de données </vt:lpstr>
      <vt:lpstr>Présentation PowerPoint</vt:lpstr>
      <vt:lpstr>Feature Engineering</vt:lpstr>
      <vt:lpstr>Modèles utilisés et Résultats</vt:lpstr>
      <vt:lpstr>Visualisation avec Gradio</vt:lpstr>
      <vt:lpstr>Limites du modèle &amp; Data Leakage</vt:lpstr>
      <vt:lpstr>Présentation PowerPoint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Saif ben youssef</dc:creator>
  <cp:lastModifiedBy>Saif ben youssef</cp:lastModifiedBy>
  <cp:revision>8</cp:revision>
  <dcterms:created xsi:type="dcterms:W3CDTF">2026-04-13T20:56:50Z</dcterms:created>
  <dcterms:modified xsi:type="dcterms:W3CDTF">2026-04-15T17:26:58Z</dcterms:modified>
</cp:coreProperties>
</file>